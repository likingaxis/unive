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COPERTINA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INTRODUZIONE &amp; MOTIVAZIONE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DEMOGRAFIA &amp; PARADOSSO PERCETTIVO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TOSSICITÀ &amp; STRATEGIE DIFENSIVE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EVOLUZIONE DEI PERSONAGGI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DIETRO LO SCHERMO - L'INDUSTRIA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GENDER PAY GAP ED ESPORTS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CONCLUSIONI &amp; SOLUZIONI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BIBLIOGRAFIA &amp; FONTI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Donne, Gaming e Inclusione</dc:title>
  <dc:subject>PptxGenJS Presentation</dc:subject>
  <dc:creator>Created by Marp</dc:creator>
  <cp:lastModifiedBy>Created by Marp</cp:lastModifiedBy>
  <cp:revision>1</cp:revision>
  <dcterms:created xsi:type="dcterms:W3CDTF">2026-09-01T15:08:14Z</dcterms:created>
  <dcterms:modified xsi:type="dcterms:W3CDTF">2026-09-01T15:08:14Z</dcterms:modified>
</cp:coreProperties>
</file>