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diagrams/data4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1.xml" ContentType="application/vnd.openxmlformats-officedocument.drawingml.diagramData+xml"/>
  <Override PartName="/ppt/diagrams/data5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charts/style2.xml" ContentType="application/vnd.ms-office.chartstyle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layout7.xml" ContentType="application/vnd.openxmlformats-officedocument.drawingml.diagramLayout+xml"/>
  <Override PartName="/ppt/charts/colors2.xml" ContentType="application/vnd.ms-office.chartcolorstyle+xml"/>
  <Override PartName="/ppt/theme/themeOverride2.xml" ContentType="application/vnd.openxmlformats-officedocument.themeOverride+xml"/>
  <Override PartName="/ppt/diagrams/drawing4.xml" ContentType="application/vnd.ms-office.drawingml.diagramDrawing+xml"/>
  <Override PartName="/ppt/diagrams/colors5.xml" ContentType="application/vnd.openxmlformats-officedocument.drawingml.diagramColors+xml"/>
  <Override PartName="/ppt/diagrams/colors7.xml" ContentType="application/vnd.openxmlformats-officedocument.drawingml.diagramColors+xml"/>
  <Override PartName="/ppt/diagrams/quickStyle1.xml" ContentType="application/vnd.openxmlformats-officedocument.drawingml.diagramStyle+xml"/>
  <Override PartName="/ppt/diagrams/drawing7.xml" ContentType="application/vnd.ms-office.drawingml.diagramDrawing+xml"/>
  <Override PartName="/ppt/diagrams/drawing5.xml" ContentType="application/vnd.ms-office.drawingml.diagramDrawing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colors4.xml" ContentType="application/vnd.openxmlformats-officedocument.drawingml.diagramColors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1" r:id="rId3"/>
    <p:sldId id="256" r:id="rId4"/>
    <p:sldId id="257" r:id="rId5"/>
    <p:sldId id="258" r:id="rId6"/>
    <p:sldId id="259" r:id="rId7"/>
    <p:sldId id="260" r:id="rId8"/>
    <p:sldId id="261" r:id="rId9"/>
    <p:sldId id="265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ustomXml" Target="../customXml/item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MINUTI AL GIORNO</a:t>
            </a:r>
            <a:r>
              <a:rPr lang="en-US" baseline="0"/>
              <a:t> PASSATI A FARE LAVORI NON RETRIBUITI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Sheet3!$A$2:$A$35</c:f>
              <c:strCache>
                <c:ptCount val="34"/>
                <c:pt idx="0">
                  <c:v>Japan</c:v>
                </c:pt>
                <c:pt idx="1">
                  <c:v>Korea</c:v>
                </c:pt>
                <c:pt idx="2">
                  <c:v>  India</c:v>
                </c:pt>
                <c:pt idx="3">
                  <c:v>Turkey</c:v>
                </c:pt>
                <c:pt idx="4">
                  <c:v>  China (People's Republic of)</c:v>
                </c:pt>
                <c:pt idx="5">
                  <c:v>Greece</c:v>
                </c:pt>
                <c:pt idx="6">
                  <c:v>Portugal</c:v>
                </c:pt>
                <c:pt idx="7">
                  <c:v>  South Africa</c:v>
                </c:pt>
                <c:pt idx="8">
                  <c:v>Luxembourg</c:v>
                </c:pt>
                <c:pt idx="9">
                  <c:v>Ireland</c:v>
                </c:pt>
                <c:pt idx="10">
                  <c:v>Latvia</c:v>
                </c:pt>
                <c:pt idx="11">
                  <c:v>Italy</c:v>
                </c:pt>
                <c:pt idx="12">
                  <c:v>Mexico</c:v>
                </c:pt>
                <c:pt idx="13">
                  <c:v>France</c:v>
                </c:pt>
                <c:pt idx="14">
                  <c:v>Austria</c:v>
                </c:pt>
                <c:pt idx="15">
                  <c:v>OECD - Average</c:v>
                </c:pt>
                <c:pt idx="16">
                  <c:v>United Kingdom</c:v>
                </c:pt>
                <c:pt idx="17">
                  <c:v>New Zealand</c:v>
                </c:pt>
                <c:pt idx="18">
                  <c:v>Belgium</c:v>
                </c:pt>
                <c:pt idx="19">
                  <c:v>Netherlands</c:v>
                </c:pt>
                <c:pt idx="20">
                  <c:v>Spain</c:v>
                </c:pt>
                <c:pt idx="21">
                  <c:v>Canada</c:v>
                </c:pt>
                <c:pt idx="22">
                  <c:v>Germany</c:v>
                </c:pt>
                <c:pt idx="23">
                  <c:v>Lithuania</c:v>
                </c:pt>
                <c:pt idx="24">
                  <c:v>Finland</c:v>
                </c:pt>
                <c:pt idx="25">
                  <c:v>Poland</c:v>
                </c:pt>
                <c:pt idx="26">
                  <c:v>Estonia</c:v>
                </c:pt>
                <c:pt idx="27">
                  <c:v>Hungary</c:v>
                </c:pt>
                <c:pt idx="28">
                  <c:v>United States</c:v>
                </c:pt>
                <c:pt idx="29">
                  <c:v>Slovenia</c:v>
                </c:pt>
                <c:pt idx="30">
                  <c:v>Norway</c:v>
                </c:pt>
                <c:pt idx="31">
                  <c:v>Sweden</c:v>
                </c:pt>
                <c:pt idx="32">
                  <c:v>Australia</c:v>
                </c:pt>
                <c:pt idx="33">
                  <c:v>Denmark</c:v>
                </c:pt>
              </c:strCache>
            </c:strRef>
          </c:cat>
          <c:val>
            <c:numRef>
              <c:f>Sheet3!$B$2:$B$35</c:f>
              <c:numCache>
                <c:formatCode>General</c:formatCode>
                <c:ptCount val="34"/>
                <c:pt idx="0">
                  <c:v>40.799999999999997</c:v>
                </c:pt>
                <c:pt idx="1">
                  <c:v>49</c:v>
                </c:pt>
                <c:pt idx="2">
                  <c:v>51.8</c:v>
                </c:pt>
                <c:pt idx="3">
                  <c:v>67.599999999999994</c:v>
                </c:pt>
                <c:pt idx="4">
                  <c:v>91</c:v>
                </c:pt>
                <c:pt idx="5">
                  <c:v>95.1</c:v>
                </c:pt>
                <c:pt idx="6">
                  <c:v>96.3</c:v>
                </c:pt>
                <c:pt idx="7">
                  <c:v>102.9</c:v>
                </c:pt>
                <c:pt idx="8">
                  <c:v>121.1</c:v>
                </c:pt>
                <c:pt idx="9">
                  <c:v>127</c:v>
                </c:pt>
                <c:pt idx="10">
                  <c:v>129.69999999999999</c:v>
                </c:pt>
                <c:pt idx="11">
                  <c:v>130.69999999999999</c:v>
                </c:pt>
                <c:pt idx="12">
                  <c:v>131.4</c:v>
                </c:pt>
                <c:pt idx="13">
                  <c:v>134.9</c:v>
                </c:pt>
                <c:pt idx="14">
                  <c:v>135.30000000000001</c:v>
                </c:pt>
                <c:pt idx="15">
                  <c:v>136.5</c:v>
                </c:pt>
                <c:pt idx="16">
                  <c:v>140.1</c:v>
                </c:pt>
                <c:pt idx="17">
                  <c:v>141</c:v>
                </c:pt>
                <c:pt idx="18">
                  <c:v>144.19999999999999</c:v>
                </c:pt>
                <c:pt idx="19">
                  <c:v>145.4</c:v>
                </c:pt>
                <c:pt idx="20">
                  <c:v>145.9</c:v>
                </c:pt>
                <c:pt idx="21">
                  <c:v>148.1</c:v>
                </c:pt>
                <c:pt idx="22">
                  <c:v>150.4</c:v>
                </c:pt>
                <c:pt idx="23">
                  <c:v>151.6</c:v>
                </c:pt>
                <c:pt idx="24">
                  <c:v>157.5</c:v>
                </c:pt>
                <c:pt idx="25">
                  <c:v>158.80000000000001</c:v>
                </c:pt>
                <c:pt idx="26">
                  <c:v>160.19999999999999</c:v>
                </c:pt>
                <c:pt idx="27">
                  <c:v>162.30000000000001</c:v>
                </c:pt>
                <c:pt idx="28">
                  <c:v>165.8</c:v>
                </c:pt>
                <c:pt idx="29">
                  <c:v>166.5</c:v>
                </c:pt>
                <c:pt idx="30">
                  <c:v>168.5</c:v>
                </c:pt>
                <c:pt idx="31">
                  <c:v>171</c:v>
                </c:pt>
                <c:pt idx="32">
                  <c:v>171.6</c:v>
                </c:pt>
                <c:pt idx="33">
                  <c:v>186.1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7C-4A74-A623-DBC41886AB8D}"/>
            </c:ext>
          </c:extLst>
        </c:ser>
        <c:ser>
          <c:idx val="1"/>
          <c:order val="1"/>
          <c:tx>
            <c:strRef>
              <c:f>Sheet3!$C$1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Sheet3!$A$2:$A$35</c:f>
              <c:strCache>
                <c:ptCount val="34"/>
                <c:pt idx="0">
                  <c:v>Japan</c:v>
                </c:pt>
                <c:pt idx="1">
                  <c:v>Korea</c:v>
                </c:pt>
                <c:pt idx="2">
                  <c:v>  India</c:v>
                </c:pt>
                <c:pt idx="3">
                  <c:v>Turkey</c:v>
                </c:pt>
                <c:pt idx="4">
                  <c:v>  China (People's Republic of)</c:v>
                </c:pt>
                <c:pt idx="5">
                  <c:v>Greece</c:v>
                </c:pt>
                <c:pt idx="6">
                  <c:v>Portugal</c:v>
                </c:pt>
                <c:pt idx="7">
                  <c:v>  South Africa</c:v>
                </c:pt>
                <c:pt idx="8">
                  <c:v>Luxembourg</c:v>
                </c:pt>
                <c:pt idx="9">
                  <c:v>Ireland</c:v>
                </c:pt>
                <c:pt idx="10">
                  <c:v>Latvia</c:v>
                </c:pt>
                <c:pt idx="11">
                  <c:v>Italy</c:v>
                </c:pt>
                <c:pt idx="12">
                  <c:v>Mexico</c:v>
                </c:pt>
                <c:pt idx="13">
                  <c:v>France</c:v>
                </c:pt>
                <c:pt idx="14">
                  <c:v>Austria</c:v>
                </c:pt>
                <c:pt idx="15">
                  <c:v>OECD - Average</c:v>
                </c:pt>
                <c:pt idx="16">
                  <c:v>United Kingdom</c:v>
                </c:pt>
                <c:pt idx="17">
                  <c:v>New Zealand</c:v>
                </c:pt>
                <c:pt idx="18">
                  <c:v>Belgium</c:v>
                </c:pt>
                <c:pt idx="19">
                  <c:v>Netherlands</c:v>
                </c:pt>
                <c:pt idx="20">
                  <c:v>Spain</c:v>
                </c:pt>
                <c:pt idx="21">
                  <c:v>Canada</c:v>
                </c:pt>
                <c:pt idx="22">
                  <c:v>Germany</c:v>
                </c:pt>
                <c:pt idx="23">
                  <c:v>Lithuania</c:v>
                </c:pt>
                <c:pt idx="24">
                  <c:v>Finland</c:v>
                </c:pt>
                <c:pt idx="25">
                  <c:v>Poland</c:v>
                </c:pt>
                <c:pt idx="26">
                  <c:v>Estonia</c:v>
                </c:pt>
                <c:pt idx="27">
                  <c:v>Hungary</c:v>
                </c:pt>
                <c:pt idx="28">
                  <c:v>United States</c:v>
                </c:pt>
                <c:pt idx="29">
                  <c:v>Slovenia</c:v>
                </c:pt>
                <c:pt idx="30">
                  <c:v>Norway</c:v>
                </c:pt>
                <c:pt idx="31">
                  <c:v>Sweden</c:v>
                </c:pt>
                <c:pt idx="32">
                  <c:v>Australia</c:v>
                </c:pt>
                <c:pt idx="33">
                  <c:v>Denmark</c:v>
                </c:pt>
              </c:strCache>
            </c:strRef>
          </c:cat>
          <c:val>
            <c:numRef>
              <c:f>Sheet3!$C$2:$C$35</c:f>
              <c:numCache>
                <c:formatCode>General</c:formatCode>
                <c:ptCount val="34"/>
                <c:pt idx="0">
                  <c:v>224.3</c:v>
                </c:pt>
                <c:pt idx="1">
                  <c:v>215</c:v>
                </c:pt>
                <c:pt idx="2">
                  <c:v>351.9</c:v>
                </c:pt>
                <c:pt idx="3">
                  <c:v>305</c:v>
                </c:pt>
                <c:pt idx="4">
                  <c:v>234</c:v>
                </c:pt>
                <c:pt idx="5">
                  <c:v>259.5</c:v>
                </c:pt>
                <c:pt idx="6">
                  <c:v>328.2</c:v>
                </c:pt>
                <c:pt idx="7">
                  <c:v>249.6</c:v>
                </c:pt>
                <c:pt idx="8">
                  <c:v>239.6</c:v>
                </c:pt>
                <c:pt idx="9">
                  <c:v>292.5</c:v>
                </c:pt>
                <c:pt idx="10">
                  <c:v>253.3</c:v>
                </c:pt>
                <c:pt idx="11">
                  <c:v>306.3</c:v>
                </c:pt>
                <c:pt idx="12">
                  <c:v>331.3</c:v>
                </c:pt>
                <c:pt idx="13">
                  <c:v>224</c:v>
                </c:pt>
                <c:pt idx="14">
                  <c:v>269.2</c:v>
                </c:pt>
                <c:pt idx="15">
                  <c:v>263.39999999999998</c:v>
                </c:pt>
                <c:pt idx="16">
                  <c:v>248.6</c:v>
                </c:pt>
                <c:pt idx="17">
                  <c:v>264</c:v>
                </c:pt>
                <c:pt idx="18">
                  <c:v>237.3</c:v>
                </c:pt>
                <c:pt idx="19">
                  <c:v>224.9</c:v>
                </c:pt>
                <c:pt idx="20">
                  <c:v>289.10000000000002</c:v>
                </c:pt>
                <c:pt idx="21">
                  <c:v>223.7</c:v>
                </c:pt>
                <c:pt idx="22">
                  <c:v>242.3</c:v>
                </c:pt>
                <c:pt idx="23">
                  <c:v>292</c:v>
                </c:pt>
                <c:pt idx="24">
                  <c:v>235.8</c:v>
                </c:pt>
                <c:pt idx="25">
                  <c:v>295</c:v>
                </c:pt>
                <c:pt idx="26">
                  <c:v>249.2</c:v>
                </c:pt>
                <c:pt idx="27">
                  <c:v>293.8</c:v>
                </c:pt>
                <c:pt idx="28">
                  <c:v>271.3</c:v>
                </c:pt>
                <c:pt idx="29">
                  <c:v>286.2</c:v>
                </c:pt>
                <c:pt idx="30">
                  <c:v>227.4</c:v>
                </c:pt>
                <c:pt idx="31">
                  <c:v>220.2</c:v>
                </c:pt>
                <c:pt idx="32">
                  <c:v>311</c:v>
                </c:pt>
                <c:pt idx="33">
                  <c:v>242.8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7C-4A74-A623-DBC41886AB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63545471"/>
        <c:axId val="1363545887"/>
      </c:barChart>
      <c:catAx>
        <c:axId val="1363545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3545887"/>
        <c:crosses val="autoZero"/>
        <c:auto val="1"/>
        <c:lblAlgn val="ctr"/>
        <c:lblOffset val="100"/>
        <c:noMultiLvlLbl val="0"/>
      </c:catAx>
      <c:valAx>
        <c:axId val="1363545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3545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MINUTI</a:t>
            </a:r>
            <a:r>
              <a:rPr lang="en-US" baseline="0"/>
              <a:t> AL GIORNO PASSATI A FARE LAVORI RETRIBUITI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Sheet5!$B$1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Sheet5!$A$2:$A$35</c:f>
              <c:strCache>
                <c:ptCount val="34"/>
                <c:pt idx="0">
                  <c:v>Italy</c:v>
                </c:pt>
                <c:pt idx="1">
                  <c:v>France</c:v>
                </c:pt>
                <c:pt idx="2">
                  <c:v>Spain</c:v>
                </c:pt>
                <c:pt idx="3">
                  <c:v>Finland</c:v>
                </c:pt>
                <c:pt idx="4">
                  <c:v>Denmark</c:v>
                </c:pt>
                <c:pt idx="5">
                  <c:v>Estonia</c:v>
                </c:pt>
                <c:pt idx="6">
                  <c:v>Hungary</c:v>
                </c:pt>
                <c:pt idx="7">
                  <c:v>Belgium</c:v>
                </c:pt>
                <c:pt idx="8">
                  <c:v>Greece</c:v>
                </c:pt>
                <c:pt idx="9">
                  <c:v>Norway</c:v>
                </c:pt>
                <c:pt idx="10">
                  <c:v>Netherlands</c:v>
                </c:pt>
                <c:pt idx="11">
                  <c:v>Germany</c:v>
                </c:pt>
                <c:pt idx="12">
                  <c:v>  South Africa</c:v>
                </c:pt>
                <c:pt idx="13">
                  <c:v>Slovenia</c:v>
                </c:pt>
                <c:pt idx="14">
                  <c:v>Australia</c:v>
                </c:pt>
                <c:pt idx="15">
                  <c:v>United Kingdom</c:v>
                </c:pt>
                <c:pt idx="16">
                  <c:v>Sweden</c:v>
                </c:pt>
                <c:pt idx="17">
                  <c:v>Poland</c:v>
                </c:pt>
                <c:pt idx="18">
                  <c:v>OECD - Average</c:v>
                </c:pt>
                <c:pt idx="19">
                  <c:v>Luxembourg</c:v>
                </c:pt>
                <c:pt idx="20">
                  <c:v>United States</c:v>
                </c:pt>
                <c:pt idx="21">
                  <c:v>New Zealand</c:v>
                </c:pt>
                <c:pt idx="22">
                  <c:v>Canada</c:v>
                </c:pt>
                <c:pt idx="23">
                  <c:v>Ireland</c:v>
                </c:pt>
                <c:pt idx="24">
                  <c:v>Lithuania</c:v>
                </c:pt>
                <c:pt idx="25">
                  <c:v>Turkey</c:v>
                </c:pt>
                <c:pt idx="26">
                  <c:v>Austria</c:v>
                </c:pt>
                <c:pt idx="27">
                  <c:v>Portugal</c:v>
                </c:pt>
                <c:pt idx="28">
                  <c:v>Latvia</c:v>
                </c:pt>
                <c:pt idx="29">
                  <c:v>  China (People's Republic of)</c:v>
                </c:pt>
                <c:pt idx="30">
                  <c:v>  India</c:v>
                </c:pt>
                <c:pt idx="31">
                  <c:v>Korea</c:v>
                </c:pt>
                <c:pt idx="32">
                  <c:v>Japan</c:v>
                </c:pt>
                <c:pt idx="33">
                  <c:v>Mexico</c:v>
                </c:pt>
              </c:strCache>
            </c:strRef>
          </c:cat>
          <c:val>
            <c:numRef>
              <c:f>Sheet5!$B$2:$B$35</c:f>
              <c:numCache>
                <c:formatCode>General</c:formatCode>
                <c:ptCount val="34"/>
                <c:pt idx="0">
                  <c:v>220.8</c:v>
                </c:pt>
                <c:pt idx="1">
                  <c:v>235.1</c:v>
                </c:pt>
                <c:pt idx="2">
                  <c:v>236.2</c:v>
                </c:pt>
                <c:pt idx="3">
                  <c:v>248.6</c:v>
                </c:pt>
                <c:pt idx="4">
                  <c:v>260.10000000000002</c:v>
                </c:pt>
                <c:pt idx="5">
                  <c:v>264.10000000000002</c:v>
                </c:pt>
                <c:pt idx="6">
                  <c:v>272.7</c:v>
                </c:pt>
                <c:pt idx="7">
                  <c:v>273.7</c:v>
                </c:pt>
                <c:pt idx="8">
                  <c:v>274.3</c:v>
                </c:pt>
                <c:pt idx="9">
                  <c:v>277.39999999999998</c:v>
                </c:pt>
                <c:pt idx="10">
                  <c:v>284.89999999999998</c:v>
                </c:pt>
                <c:pt idx="11">
                  <c:v>289.5</c:v>
                </c:pt>
                <c:pt idx="12">
                  <c:v>294.2</c:v>
                </c:pt>
                <c:pt idx="13">
                  <c:v>299.8</c:v>
                </c:pt>
                <c:pt idx="14">
                  <c:v>304.10000000000002</c:v>
                </c:pt>
                <c:pt idx="15">
                  <c:v>308.60000000000002</c:v>
                </c:pt>
                <c:pt idx="16">
                  <c:v>313</c:v>
                </c:pt>
                <c:pt idx="17">
                  <c:v>314.8</c:v>
                </c:pt>
                <c:pt idx="18">
                  <c:v>317.8</c:v>
                </c:pt>
                <c:pt idx="19">
                  <c:v>330</c:v>
                </c:pt>
                <c:pt idx="20">
                  <c:v>331.7</c:v>
                </c:pt>
                <c:pt idx="21">
                  <c:v>338</c:v>
                </c:pt>
                <c:pt idx="22">
                  <c:v>340.5</c:v>
                </c:pt>
                <c:pt idx="23">
                  <c:v>340.8</c:v>
                </c:pt>
                <c:pt idx="24">
                  <c:v>354.3</c:v>
                </c:pt>
                <c:pt idx="25">
                  <c:v>358.3</c:v>
                </c:pt>
                <c:pt idx="26">
                  <c:v>364.8</c:v>
                </c:pt>
                <c:pt idx="27">
                  <c:v>372.3</c:v>
                </c:pt>
                <c:pt idx="28">
                  <c:v>376.9</c:v>
                </c:pt>
                <c:pt idx="29">
                  <c:v>390</c:v>
                </c:pt>
                <c:pt idx="30">
                  <c:v>390.6</c:v>
                </c:pt>
                <c:pt idx="31">
                  <c:v>419</c:v>
                </c:pt>
                <c:pt idx="32">
                  <c:v>451.8</c:v>
                </c:pt>
                <c:pt idx="33">
                  <c:v>478.3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25-43F5-9B95-55AE6437B2E7}"/>
            </c:ext>
          </c:extLst>
        </c:ser>
        <c:ser>
          <c:idx val="1"/>
          <c:order val="1"/>
          <c:tx>
            <c:strRef>
              <c:f>Sheet5!$C$1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Sheet5!$A$2:$A$35</c:f>
              <c:strCache>
                <c:ptCount val="34"/>
                <c:pt idx="0">
                  <c:v>Italy</c:v>
                </c:pt>
                <c:pt idx="1">
                  <c:v>France</c:v>
                </c:pt>
                <c:pt idx="2">
                  <c:v>Spain</c:v>
                </c:pt>
                <c:pt idx="3">
                  <c:v>Finland</c:v>
                </c:pt>
                <c:pt idx="4">
                  <c:v>Denmark</c:v>
                </c:pt>
                <c:pt idx="5">
                  <c:v>Estonia</c:v>
                </c:pt>
                <c:pt idx="6">
                  <c:v>Hungary</c:v>
                </c:pt>
                <c:pt idx="7">
                  <c:v>Belgium</c:v>
                </c:pt>
                <c:pt idx="8">
                  <c:v>Greece</c:v>
                </c:pt>
                <c:pt idx="9">
                  <c:v>Norway</c:v>
                </c:pt>
                <c:pt idx="10">
                  <c:v>Netherlands</c:v>
                </c:pt>
                <c:pt idx="11">
                  <c:v>Germany</c:v>
                </c:pt>
                <c:pt idx="12">
                  <c:v>  South Africa</c:v>
                </c:pt>
                <c:pt idx="13">
                  <c:v>Slovenia</c:v>
                </c:pt>
                <c:pt idx="14">
                  <c:v>Australia</c:v>
                </c:pt>
                <c:pt idx="15">
                  <c:v>United Kingdom</c:v>
                </c:pt>
                <c:pt idx="16">
                  <c:v>Sweden</c:v>
                </c:pt>
                <c:pt idx="17">
                  <c:v>Poland</c:v>
                </c:pt>
                <c:pt idx="18">
                  <c:v>OECD - Average</c:v>
                </c:pt>
                <c:pt idx="19">
                  <c:v>Luxembourg</c:v>
                </c:pt>
                <c:pt idx="20">
                  <c:v>United States</c:v>
                </c:pt>
                <c:pt idx="21">
                  <c:v>New Zealand</c:v>
                </c:pt>
                <c:pt idx="22">
                  <c:v>Canada</c:v>
                </c:pt>
                <c:pt idx="23">
                  <c:v>Ireland</c:v>
                </c:pt>
                <c:pt idx="24">
                  <c:v>Lithuania</c:v>
                </c:pt>
                <c:pt idx="25">
                  <c:v>Turkey</c:v>
                </c:pt>
                <c:pt idx="26">
                  <c:v>Austria</c:v>
                </c:pt>
                <c:pt idx="27">
                  <c:v>Portugal</c:v>
                </c:pt>
                <c:pt idx="28">
                  <c:v>Latvia</c:v>
                </c:pt>
                <c:pt idx="29">
                  <c:v>  China (People's Republic of)</c:v>
                </c:pt>
                <c:pt idx="30">
                  <c:v>  India</c:v>
                </c:pt>
                <c:pt idx="31">
                  <c:v>Korea</c:v>
                </c:pt>
                <c:pt idx="32">
                  <c:v>Japan</c:v>
                </c:pt>
                <c:pt idx="33">
                  <c:v>Mexico</c:v>
                </c:pt>
              </c:strCache>
            </c:strRef>
          </c:cat>
          <c:val>
            <c:numRef>
              <c:f>Sheet5!$C$2:$C$35</c:f>
              <c:numCache>
                <c:formatCode>General</c:formatCode>
                <c:ptCount val="34"/>
                <c:pt idx="0">
                  <c:v>133.1</c:v>
                </c:pt>
                <c:pt idx="1">
                  <c:v>175.4</c:v>
                </c:pt>
                <c:pt idx="2">
                  <c:v>166.8</c:v>
                </c:pt>
                <c:pt idx="3">
                  <c:v>209.9</c:v>
                </c:pt>
                <c:pt idx="4">
                  <c:v>194.6</c:v>
                </c:pt>
                <c:pt idx="5">
                  <c:v>244.9</c:v>
                </c:pt>
                <c:pt idx="6">
                  <c:v>202.5</c:v>
                </c:pt>
                <c:pt idx="7">
                  <c:v>199.2</c:v>
                </c:pt>
                <c:pt idx="8">
                  <c:v>184.5</c:v>
                </c:pt>
                <c:pt idx="9">
                  <c:v>200</c:v>
                </c:pt>
                <c:pt idx="10">
                  <c:v>201.4</c:v>
                </c:pt>
                <c:pt idx="11">
                  <c:v>205.5</c:v>
                </c:pt>
                <c:pt idx="12">
                  <c:v>195</c:v>
                </c:pt>
                <c:pt idx="13">
                  <c:v>234.2</c:v>
                </c:pt>
                <c:pt idx="14">
                  <c:v>172</c:v>
                </c:pt>
                <c:pt idx="15">
                  <c:v>216.2</c:v>
                </c:pt>
                <c:pt idx="16">
                  <c:v>275.2</c:v>
                </c:pt>
                <c:pt idx="17">
                  <c:v>203.2</c:v>
                </c:pt>
                <c:pt idx="18">
                  <c:v>217.7</c:v>
                </c:pt>
                <c:pt idx="19">
                  <c:v>238.9</c:v>
                </c:pt>
                <c:pt idx="20">
                  <c:v>247</c:v>
                </c:pt>
                <c:pt idx="21">
                  <c:v>205</c:v>
                </c:pt>
                <c:pt idx="22">
                  <c:v>268.3</c:v>
                </c:pt>
                <c:pt idx="23">
                  <c:v>194.9</c:v>
                </c:pt>
                <c:pt idx="24">
                  <c:v>279.3</c:v>
                </c:pt>
                <c:pt idx="25">
                  <c:v>133.9</c:v>
                </c:pt>
                <c:pt idx="26">
                  <c:v>248.8</c:v>
                </c:pt>
                <c:pt idx="27">
                  <c:v>231.3</c:v>
                </c:pt>
                <c:pt idx="28">
                  <c:v>288.5</c:v>
                </c:pt>
                <c:pt idx="29">
                  <c:v>291</c:v>
                </c:pt>
                <c:pt idx="30">
                  <c:v>184.7</c:v>
                </c:pt>
                <c:pt idx="31">
                  <c:v>269.39999999999998</c:v>
                </c:pt>
                <c:pt idx="32">
                  <c:v>271.5</c:v>
                </c:pt>
                <c:pt idx="33">
                  <c:v>236.3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25-43F5-9B95-55AE6437B2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8629983"/>
        <c:axId val="1248649951"/>
      </c:barChart>
      <c:catAx>
        <c:axId val="124862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8649951"/>
        <c:crosses val="autoZero"/>
        <c:auto val="1"/>
        <c:lblAlgn val="ctr"/>
        <c:lblOffset val="100"/>
        <c:noMultiLvlLbl val="0"/>
      </c:catAx>
      <c:valAx>
        <c:axId val="1248649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8629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DA078D-F87F-49A6-A51B-D73D4B1CB14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96C4B47-275E-40C0-B2D0-A6FEF4F60486}">
      <dgm:prSet/>
      <dgm:spPr/>
      <dgm:t>
        <a:bodyPr/>
        <a:lstStyle/>
        <a:p>
          <a:r>
            <a:rPr lang="it-IT"/>
            <a:t>QUANTO HANNO CONTRIBUITO LE DONNE CON IL LORO LAVORO SOMMERSO A CREARE LA RICCHEZZA DELLE NAZIONI?</a:t>
          </a:r>
          <a:endParaRPr lang="en-US"/>
        </a:p>
      </dgm:t>
    </dgm:pt>
    <dgm:pt modelId="{02FAEF5E-6A7A-4D23-ADAF-FDF4138B8AB8}" type="parTrans" cxnId="{862C2B2C-B7D1-4DBC-9669-8A0D4680F0B3}">
      <dgm:prSet/>
      <dgm:spPr/>
      <dgm:t>
        <a:bodyPr/>
        <a:lstStyle/>
        <a:p>
          <a:endParaRPr lang="en-US"/>
        </a:p>
      </dgm:t>
    </dgm:pt>
    <dgm:pt modelId="{182E08D4-063F-43F9-9849-5380EBADB5CC}" type="sibTrans" cxnId="{862C2B2C-B7D1-4DBC-9669-8A0D4680F0B3}">
      <dgm:prSet/>
      <dgm:spPr/>
      <dgm:t>
        <a:bodyPr/>
        <a:lstStyle/>
        <a:p>
          <a:endParaRPr lang="en-US"/>
        </a:p>
      </dgm:t>
    </dgm:pt>
    <dgm:pt modelId="{4DCA9BC8-5AEE-41DE-85F2-F4DCBFB91AD4}">
      <dgm:prSet/>
      <dgm:spPr/>
      <dgm:t>
        <a:bodyPr/>
        <a:lstStyle/>
        <a:p>
          <a:r>
            <a:rPr lang="it-IT"/>
            <a:t>QUANTO VALE IL LAVORO NON REMUNERATO DELLE DONNE?</a:t>
          </a:r>
          <a:endParaRPr lang="en-US"/>
        </a:p>
      </dgm:t>
    </dgm:pt>
    <dgm:pt modelId="{6E6063CA-8B7A-4C68-B745-4DE0C8C9CAC7}" type="parTrans" cxnId="{F060F0B7-6173-4289-ADD6-31685E60874C}">
      <dgm:prSet/>
      <dgm:spPr/>
      <dgm:t>
        <a:bodyPr/>
        <a:lstStyle/>
        <a:p>
          <a:endParaRPr lang="en-US"/>
        </a:p>
      </dgm:t>
    </dgm:pt>
    <dgm:pt modelId="{97883787-A895-4161-BDE5-06445A51182A}" type="sibTrans" cxnId="{F060F0B7-6173-4289-ADD6-31685E60874C}">
      <dgm:prSet/>
      <dgm:spPr/>
      <dgm:t>
        <a:bodyPr/>
        <a:lstStyle/>
        <a:p>
          <a:endParaRPr lang="en-US"/>
        </a:p>
      </dgm:t>
    </dgm:pt>
    <dgm:pt modelId="{81643E55-7753-4566-BADF-FE73E7C96F74}">
      <dgm:prSet/>
      <dgm:spPr/>
      <dgm:t>
        <a:bodyPr/>
        <a:lstStyle/>
        <a:p>
          <a:r>
            <a:rPr lang="it-IT"/>
            <a:t>COSA ACCADREBBE SE QUESTO LAVORO FOSSE REMUNERATO?</a:t>
          </a:r>
          <a:endParaRPr lang="en-US"/>
        </a:p>
      </dgm:t>
    </dgm:pt>
    <dgm:pt modelId="{23A8CB44-33CA-4006-9568-F39BE5025B9D}" type="parTrans" cxnId="{EF3700FC-DE9C-435F-A1C2-33E69EC2210C}">
      <dgm:prSet/>
      <dgm:spPr/>
      <dgm:t>
        <a:bodyPr/>
        <a:lstStyle/>
        <a:p>
          <a:endParaRPr lang="en-US"/>
        </a:p>
      </dgm:t>
    </dgm:pt>
    <dgm:pt modelId="{448930B5-82D4-4D6D-B9C1-9231B64CAA48}" type="sibTrans" cxnId="{EF3700FC-DE9C-435F-A1C2-33E69EC2210C}">
      <dgm:prSet/>
      <dgm:spPr/>
      <dgm:t>
        <a:bodyPr/>
        <a:lstStyle/>
        <a:p>
          <a:endParaRPr lang="en-US"/>
        </a:p>
      </dgm:t>
    </dgm:pt>
    <dgm:pt modelId="{8E083F57-18D7-410C-B1E6-3A25620D57B0}" type="pres">
      <dgm:prSet presAssocID="{58DA078D-F87F-49A6-A51B-D73D4B1CB14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AD3EA42-1A57-4B8A-9C2B-C819EE7B2D93}" type="pres">
      <dgm:prSet presAssocID="{B96C4B47-275E-40C0-B2D0-A6FEF4F60486}" presName="hierRoot1" presStyleCnt="0"/>
      <dgm:spPr/>
    </dgm:pt>
    <dgm:pt modelId="{89F59CDD-756D-48C2-AFE8-DBBEF9243964}" type="pres">
      <dgm:prSet presAssocID="{B96C4B47-275E-40C0-B2D0-A6FEF4F60486}" presName="composite" presStyleCnt="0"/>
      <dgm:spPr/>
    </dgm:pt>
    <dgm:pt modelId="{31761436-4E26-4357-93DB-58890EE7A0FE}" type="pres">
      <dgm:prSet presAssocID="{B96C4B47-275E-40C0-B2D0-A6FEF4F60486}" presName="background" presStyleLbl="node0" presStyleIdx="0" presStyleCnt="3"/>
      <dgm:spPr/>
    </dgm:pt>
    <dgm:pt modelId="{672F9A77-4775-42C7-A4AD-012C61E64131}" type="pres">
      <dgm:prSet presAssocID="{B96C4B47-275E-40C0-B2D0-A6FEF4F60486}" presName="text" presStyleLbl="fgAcc0" presStyleIdx="0" presStyleCnt="3">
        <dgm:presLayoutVars>
          <dgm:chPref val="3"/>
        </dgm:presLayoutVars>
      </dgm:prSet>
      <dgm:spPr/>
    </dgm:pt>
    <dgm:pt modelId="{F9A86D08-17CD-4F2A-B137-75150EC9F0D6}" type="pres">
      <dgm:prSet presAssocID="{B96C4B47-275E-40C0-B2D0-A6FEF4F60486}" presName="hierChild2" presStyleCnt="0"/>
      <dgm:spPr/>
    </dgm:pt>
    <dgm:pt modelId="{F9384331-782D-4255-BEF1-2FA6A39553F7}" type="pres">
      <dgm:prSet presAssocID="{4DCA9BC8-5AEE-41DE-85F2-F4DCBFB91AD4}" presName="hierRoot1" presStyleCnt="0"/>
      <dgm:spPr/>
    </dgm:pt>
    <dgm:pt modelId="{462969F1-0E48-4B2C-902E-D26F564E2F88}" type="pres">
      <dgm:prSet presAssocID="{4DCA9BC8-5AEE-41DE-85F2-F4DCBFB91AD4}" presName="composite" presStyleCnt="0"/>
      <dgm:spPr/>
    </dgm:pt>
    <dgm:pt modelId="{AA489064-DCD2-42EF-B263-BEB0C87FCD37}" type="pres">
      <dgm:prSet presAssocID="{4DCA9BC8-5AEE-41DE-85F2-F4DCBFB91AD4}" presName="background" presStyleLbl="node0" presStyleIdx="1" presStyleCnt="3"/>
      <dgm:spPr/>
    </dgm:pt>
    <dgm:pt modelId="{991C1C45-DE10-4985-AA80-7A1F0D57DB36}" type="pres">
      <dgm:prSet presAssocID="{4DCA9BC8-5AEE-41DE-85F2-F4DCBFB91AD4}" presName="text" presStyleLbl="fgAcc0" presStyleIdx="1" presStyleCnt="3">
        <dgm:presLayoutVars>
          <dgm:chPref val="3"/>
        </dgm:presLayoutVars>
      </dgm:prSet>
      <dgm:spPr/>
    </dgm:pt>
    <dgm:pt modelId="{556CE3A4-0BB4-464C-B074-5B571FCA81B5}" type="pres">
      <dgm:prSet presAssocID="{4DCA9BC8-5AEE-41DE-85F2-F4DCBFB91AD4}" presName="hierChild2" presStyleCnt="0"/>
      <dgm:spPr/>
    </dgm:pt>
    <dgm:pt modelId="{4F5289F2-4243-4CCC-B382-60DD7E913A8B}" type="pres">
      <dgm:prSet presAssocID="{81643E55-7753-4566-BADF-FE73E7C96F74}" presName="hierRoot1" presStyleCnt="0"/>
      <dgm:spPr/>
    </dgm:pt>
    <dgm:pt modelId="{2E17E126-B26B-41C1-A606-023CFD25CD33}" type="pres">
      <dgm:prSet presAssocID="{81643E55-7753-4566-BADF-FE73E7C96F74}" presName="composite" presStyleCnt="0"/>
      <dgm:spPr/>
    </dgm:pt>
    <dgm:pt modelId="{CFDD704E-7963-439D-BAEF-5B0075BD45E6}" type="pres">
      <dgm:prSet presAssocID="{81643E55-7753-4566-BADF-FE73E7C96F74}" presName="background" presStyleLbl="node0" presStyleIdx="2" presStyleCnt="3"/>
      <dgm:spPr/>
    </dgm:pt>
    <dgm:pt modelId="{AE37E581-F9B3-4B9A-8F21-4F1F1FB72709}" type="pres">
      <dgm:prSet presAssocID="{81643E55-7753-4566-BADF-FE73E7C96F74}" presName="text" presStyleLbl="fgAcc0" presStyleIdx="2" presStyleCnt="3">
        <dgm:presLayoutVars>
          <dgm:chPref val="3"/>
        </dgm:presLayoutVars>
      </dgm:prSet>
      <dgm:spPr/>
    </dgm:pt>
    <dgm:pt modelId="{14BC76D5-E44E-4C8F-BE74-65F030333928}" type="pres">
      <dgm:prSet presAssocID="{81643E55-7753-4566-BADF-FE73E7C96F74}" presName="hierChild2" presStyleCnt="0"/>
      <dgm:spPr/>
    </dgm:pt>
  </dgm:ptLst>
  <dgm:cxnLst>
    <dgm:cxn modelId="{A77B2B05-91E9-49DF-B022-2C7EC8A3E868}" type="presOf" srcId="{4DCA9BC8-5AEE-41DE-85F2-F4DCBFB91AD4}" destId="{991C1C45-DE10-4985-AA80-7A1F0D57DB36}" srcOrd="0" destOrd="0" presId="urn:microsoft.com/office/officeart/2005/8/layout/hierarchy1"/>
    <dgm:cxn modelId="{862C2B2C-B7D1-4DBC-9669-8A0D4680F0B3}" srcId="{58DA078D-F87F-49A6-A51B-D73D4B1CB14C}" destId="{B96C4B47-275E-40C0-B2D0-A6FEF4F60486}" srcOrd="0" destOrd="0" parTransId="{02FAEF5E-6A7A-4D23-ADAF-FDF4138B8AB8}" sibTransId="{182E08D4-063F-43F9-9849-5380EBADB5CC}"/>
    <dgm:cxn modelId="{82967D3B-1516-4A0E-942C-C9BA60236DCC}" type="presOf" srcId="{58DA078D-F87F-49A6-A51B-D73D4B1CB14C}" destId="{8E083F57-18D7-410C-B1E6-3A25620D57B0}" srcOrd="0" destOrd="0" presId="urn:microsoft.com/office/officeart/2005/8/layout/hierarchy1"/>
    <dgm:cxn modelId="{EA891254-6C39-4636-8EAB-D391E6F243C6}" type="presOf" srcId="{B96C4B47-275E-40C0-B2D0-A6FEF4F60486}" destId="{672F9A77-4775-42C7-A4AD-012C61E64131}" srcOrd="0" destOrd="0" presId="urn:microsoft.com/office/officeart/2005/8/layout/hierarchy1"/>
    <dgm:cxn modelId="{F060F0B7-6173-4289-ADD6-31685E60874C}" srcId="{58DA078D-F87F-49A6-A51B-D73D4B1CB14C}" destId="{4DCA9BC8-5AEE-41DE-85F2-F4DCBFB91AD4}" srcOrd="1" destOrd="0" parTransId="{6E6063CA-8B7A-4C68-B745-4DE0C8C9CAC7}" sibTransId="{97883787-A895-4161-BDE5-06445A51182A}"/>
    <dgm:cxn modelId="{CF82D3DF-435C-47EB-8108-978B10C09AF5}" type="presOf" srcId="{81643E55-7753-4566-BADF-FE73E7C96F74}" destId="{AE37E581-F9B3-4B9A-8F21-4F1F1FB72709}" srcOrd="0" destOrd="0" presId="urn:microsoft.com/office/officeart/2005/8/layout/hierarchy1"/>
    <dgm:cxn modelId="{EF3700FC-DE9C-435F-A1C2-33E69EC2210C}" srcId="{58DA078D-F87F-49A6-A51B-D73D4B1CB14C}" destId="{81643E55-7753-4566-BADF-FE73E7C96F74}" srcOrd="2" destOrd="0" parTransId="{23A8CB44-33CA-4006-9568-F39BE5025B9D}" sibTransId="{448930B5-82D4-4D6D-B9C1-9231B64CAA48}"/>
    <dgm:cxn modelId="{4F41BF7E-F765-4399-A29A-959B8E69C2BE}" type="presParOf" srcId="{8E083F57-18D7-410C-B1E6-3A25620D57B0}" destId="{9AD3EA42-1A57-4B8A-9C2B-C819EE7B2D93}" srcOrd="0" destOrd="0" presId="urn:microsoft.com/office/officeart/2005/8/layout/hierarchy1"/>
    <dgm:cxn modelId="{C04C8FC0-B6B6-48E8-B9C2-2D4F498053A4}" type="presParOf" srcId="{9AD3EA42-1A57-4B8A-9C2B-C819EE7B2D93}" destId="{89F59CDD-756D-48C2-AFE8-DBBEF9243964}" srcOrd="0" destOrd="0" presId="urn:microsoft.com/office/officeart/2005/8/layout/hierarchy1"/>
    <dgm:cxn modelId="{071B7444-78E8-47C7-A87F-8C4ABFE40B34}" type="presParOf" srcId="{89F59CDD-756D-48C2-AFE8-DBBEF9243964}" destId="{31761436-4E26-4357-93DB-58890EE7A0FE}" srcOrd="0" destOrd="0" presId="urn:microsoft.com/office/officeart/2005/8/layout/hierarchy1"/>
    <dgm:cxn modelId="{476FAF79-BA1E-4C09-AA89-FDDFA419F4E6}" type="presParOf" srcId="{89F59CDD-756D-48C2-AFE8-DBBEF9243964}" destId="{672F9A77-4775-42C7-A4AD-012C61E64131}" srcOrd="1" destOrd="0" presId="urn:microsoft.com/office/officeart/2005/8/layout/hierarchy1"/>
    <dgm:cxn modelId="{3C78194C-E41F-4AA9-8635-83FF157D8709}" type="presParOf" srcId="{9AD3EA42-1A57-4B8A-9C2B-C819EE7B2D93}" destId="{F9A86D08-17CD-4F2A-B137-75150EC9F0D6}" srcOrd="1" destOrd="0" presId="urn:microsoft.com/office/officeart/2005/8/layout/hierarchy1"/>
    <dgm:cxn modelId="{F3FF6EBB-C450-4638-A41F-B9781C98707F}" type="presParOf" srcId="{8E083F57-18D7-410C-B1E6-3A25620D57B0}" destId="{F9384331-782D-4255-BEF1-2FA6A39553F7}" srcOrd="1" destOrd="0" presId="urn:microsoft.com/office/officeart/2005/8/layout/hierarchy1"/>
    <dgm:cxn modelId="{80E78D1F-2C5E-4EB5-99BD-4444F07C0E32}" type="presParOf" srcId="{F9384331-782D-4255-BEF1-2FA6A39553F7}" destId="{462969F1-0E48-4B2C-902E-D26F564E2F88}" srcOrd="0" destOrd="0" presId="urn:microsoft.com/office/officeart/2005/8/layout/hierarchy1"/>
    <dgm:cxn modelId="{1A310FFB-D372-4508-BF1B-3F70D5DC9784}" type="presParOf" srcId="{462969F1-0E48-4B2C-902E-D26F564E2F88}" destId="{AA489064-DCD2-42EF-B263-BEB0C87FCD37}" srcOrd="0" destOrd="0" presId="urn:microsoft.com/office/officeart/2005/8/layout/hierarchy1"/>
    <dgm:cxn modelId="{425F7060-FD99-45DB-9E74-A67745E421B8}" type="presParOf" srcId="{462969F1-0E48-4B2C-902E-D26F564E2F88}" destId="{991C1C45-DE10-4985-AA80-7A1F0D57DB36}" srcOrd="1" destOrd="0" presId="urn:microsoft.com/office/officeart/2005/8/layout/hierarchy1"/>
    <dgm:cxn modelId="{E1F6A652-83E7-4D83-84E2-06F493B568FF}" type="presParOf" srcId="{F9384331-782D-4255-BEF1-2FA6A39553F7}" destId="{556CE3A4-0BB4-464C-B074-5B571FCA81B5}" srcOrd="1" destOrd="0" presId="urn:microsoft.com/office/officeart/2005/8/layout/hierarchy1"/>
    <dgm:cxn modelId="{D028C6CE-4B5A-47C2-A416-5E679FAE0E4A}" type="presParOf" srcId="{8E083F57-18D7-410C-B1E6-3A25620D57B0}" destId="{4F5289F2-4243-4CCC-B382-60DD7E913A8B}" srcOrd="2" destOrd="0" presId="urn:microsoft.com/office/officeart/2005/8/layout/hierarchy1"/>
    <dgm:cxn modelId="{6AF38E65-8B36-43CC-8A13-B82C250D18F9}" type="presParOf" srcId="{4F5289F2-4243-4CCC-B382-60DD7E913A8B}" destId="{2E17E126-B26B-41C1-A606-023CFD25CD33}" srcOrd="0" destOrd="0" presId="urn:microsoft.com/office/officeart/2005/8/layout/hierarchy1"/>
    <dgm:cxn modelId="{C79ACA22-CDB9-44B3-A625-CCC00EB2C2CE}" type="presParOf" srcId="{2E17E126-B26B-41C1-A606-023CFD25CD33}" destId="{CFDD704E-7963-439D-BAEF-5B0075BD45E6}" srcOrd="0" destOrd="0" presId="urn:microsoft.com/office/officeart/2005/8/layout/hierarchy1"/>
    <dgm:cxn modelId="{23F0DC85-458F-49C8-862C-6CA62DAC0E4F}" type="presParOf" srcId="{2E17E126-B26B-41C1-A606-023CFD25CD33}" destId="{AE37E581-F9B3-4B9A-8F21-4F1F1FB72709}" srcOrd="1" destOrd="0" presId="urn:microsoft.com/office/officeart/2005/8/layout/hierarchy1"/>
    <dgm:cxn modelId="{AD8C6B20-FFE5-426B-B95E-122E10A08926}" type="presParOf" srcId="{4F5289F2-4243-4CCC-B382-60DD7E913A8B}" destId="{14BC76D5-E44E-4C8F-BE74-65F03033392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E18B38-8CD5-4FD8-A915-B194E9C400F8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F4ECE7A-8E20-45A9-B4DC-6AECA0046208}">
      <dgm:prSet/>
      <dgm:spPr/>
      <dgm:t>
        <a:bodyPr/>
        <a:lstStyle/>
        <a:p>
          <a:r>
            <a:rPr lang="it-IT"/>
            <a:t>LE DONNE FACEVANO 3 LAVORI</a:t>
          </a:r>
          <a:endParaRPr lang="en-US"/>
        </a:p>
      </dgm:t>
    </dgm:pt>
    <dgm:pt modelId="{6DD9C269-88EF-4C3A-A592-56FFD03CBFBC}" type="parTrans" cxnId="{EFB497F8-E31D-4202-855E-B12DCEFA1666}">
      <dgm:prSet/>
      <dgm:spPr/>
      <dgm:t>
        <a:bodyPr/>
        <a:lstStyle/>
        <a:p>
          <a:endParaRPr lang="en-US"/>
        </a:p>
      </dgm:t>
    </dgm:pt>
    <dgm:pt modelId="{8122A422-72E0-4892-98E0-E6F91287D3AD}" type="sibTrans" cxnId="{EFB497F8-E31D-4202-855E-B12DCEFA1666}">
      <dgm:prSet/>
      <dgm:spPr/>
      <dgm:t>
        <a:bodyPr/>
        <a:lstStyle/>
        <a:p>
          <a:endParaRPr lang="en-US"/>
        </a:p>
      </dgm:t>
    </dgm:pt>
    <dgm:pt modelId="{824BD2F8-EF45-4A70-A051-96F9345C0D81}">
      <dgm:prSet/>
      <dgm:spPr/>
      <dgm:t>
        <a:bodyPr/>
        <a:lstStyle/>
        <a:p>
          <a:r>
            <a:rPr lang="it-IT"/>
            <a:t>IN CAMPAGNA;</a:t>
          </a:r>
          <a:endParaRPr lang="en-US"/>
        </a:p>
      </dgm:t>
    </dgm:pt>
    <dgm:pt modelId="{31CF72E6-A6DD-4E2D-9A14-CA8EBE5C58CE}" type="parTrans" cxnId="{9BE39A71-9569-4907-AB62-9CD77239F34C}">
      <dgm:prSet/>
      <dgm:spPr/>
      <dgm:t>
        <a:bodyPr/>
        <a:lstStyle/>
        <a:p>
          <a:endParaRPr lang="en-US"/>
        </a:p>
      </dgm:t>
    </dgm:pt>
    <dgm:pt modelId="{41EE7871-9FC2-4E90-80C0-324493B9D44B}" type="sibTrans" cxnId="{9BE39A71-9569-4907-AB62-9CD77239F34C}">
      <dgm:prSet/>
      <dgm:spPr/>
      <dgm:t>
        <a:bodyPr/>
        <a:lstStyle/>
        <a:p>
          <a:endParaRPr lang="en-US"/>
        </a:p>
      </dgm:t>
    </dgm:pt>
    <dgm:pt modelId="{E63C46FE-4704-4AFF-BCD6-D633F5E4B46D}">
      <dgm:prSet/>
      <dgm:spPr/>
      <dgm:t>
        <a:bodyPr/>
        <a:lstStyle/>
        <a:p>
          <a:r>
            <a:rPr lang="it-IT"/>
            <a:t>NELLA FILATURA;</a:t>
          </a:r>
          <a:endParaRPr lang="en-US"/>
        </a:p>
      </dgm:t>
    </dgm:pt>
    <dgm:pt modelId="{A7FB41B7-E06F-4ECB-9CFB-1245ECB89D90}" type="parTrans" cxnId="{4515C2D6-366E-4700-B4DC-56D4B2DF5024}">
      <dgm:prSet/>
      <dgm:spPr/>
      <dgm:t>
        <a:bodyPr/>
        <a:lstStyle/>
        <a:p>
          <a:endParaRPr lang="en-US"/>
        </a:p>
      </dgm:t>
    </dgm:pt>
    <dgm:pt modelId="{5DE78911-D813-423D-8A87-87BF72906E78}" type="sibTrans" cxnId="{4515C2D6-366E-4700-B4DC-56D4B2DF5024}">
      <dgm:prSet/>
      <dgm:spPr/>
      <dgm:t>
        <a:bodyPr/>
        <a:lstStyle/>
        <a:p>
          <a:endParaRPr lang="en-US"/>
        </a:p>
      </dgm:t>
    </dgm:pt>
    <dgm:pt modelId="{9D8F7817-8611-44A8-8A5C-E50115E2CF7E}">
      <dgm:prSet/>
      <dgm:spPr/>
      <dgm:t>
        <a:bodyPr/>
        <a:lstStyle/>
        <a:p>
          <a:r>
            <a:rPr lang="it-IT"/>
            <a:t>IN CASA</a:t>
          </a:r>
          <a:endParaRPr lang="en-US"/>
        </a:p>
      </dgm:t>
    </dgm:pt>
    <dgm:pt modelId="{01218537-8470-49C8-9456-BCF099B91B67}" type="parTrans" cxnId="{2CCD66C0-E722-4846-A49A-617A92D9DBDC}">
      <dgm:prSet/>
      <dgm:spPr/>
      <dgm:t>
        <a:bodyPr/>
        <a:lstStyle/>
        <a:p>
          <a:endParaRPr lang="en-US"/>
        </a:p>
      </dgm:t>
    </dgm:pt>
    <dgm:pt modelId="{35D4F0B7-D6EC-422C-95C3-25063D5DA079}" type="sibTrans" cxnId="{2CCD66C0-E722-4846-A49A-617A92D9DBDC}">
      <dgm:prSet/>
      <dgm:spPr/>
      <dgm:t>
        <a:bodyPr/>
        <a:lstStyle/>
        <a:p>
          <a:endParaRPr lang="en-US"/>
        </a:p>
      </dgm:t>
    </dgm:pt>
    <dgm:pt modelId="{F643FB73-6E3A-4EB4-BD1F-92039E86FBDB}" type="pres">
      <dgm:prSet presAssocID="{C0E18B38-8CD5-4FD8-A915-B194E9C400F8}" presName="linear" presStyleCnt="0">
        <dgm:presLayoutVars>
          <dgm:dir/>
          <dgm:animLvl val="lvl"/>
          <dgm:resizeHandles val="exact"/>
        </dgm:presLayoutVars>
      </dgm:prSet>
      <dgm:spPr/>
    </dgm:pt>
    <dgm:pt modelId="{37BD7ED1-D8FD-43C9-A16F-2C0CA6D0D8A5}" type="pres">
      <dgm:prSet presAssocID="{1F4ECE7A-8E20-45A9-B4DC-6AECA0046208}" presName="parentLin" presStyleCnt="0"/>
      <dgm:spPr/>
    </dgm:pt>
    <dgm:pt modelId="{9755AA03-705F-476A-B6EE-A5943B86E8B4}" type="pres">
      <dgm:prSet presAssocID="{1F4ECE7A-8E20-45A9-B4DC-6AECA0046208}" presName="parentLeftMargin" presStyleLbl="node1" presStyleIdx="0" presStyleCnt="4"/>
      <dgm:spPr/>
    </dgm:pt>
    <dgm:pt modelId="{57AD433D-CC56-4043-9421-AF7BC33E73D0}" type="pres">
      <dgm:prSet presAssocID="{1F4ECE7A-8E20-45A9-B4DC-6AECA004620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B8E32A8-5A4E-425F-B870-0F9038102AC9}" type="pres">
      <dgm:prSet presAssocID="{1F4ECE7A-8E20-45A9-B4DC-6AECA0046208}" presName="negativeSpace" presStyleCnt="0"/>
      <dgm:spPr/>
    </dgm:pt>
    <dgm:pt modelId="{D8E46537-6E83-477A-B707-C467D5D9B708}" type="pres">
      <dgm:prSet presAssocID="{1F4ECE7A-8E20-45A9-B4DC-6AECA0046208}" presName="childText" presStyleLbl="conFgAcc1" presStyleIdx="0" presStyleCnt="4">
        <dgm:presLayoutVars>
          <dgm:bulletEnabled val="1"/>
        </dgm:presLayoutVars>
      </dgm:prSet>
      <dgm:spPr/>
    </dgm:pt>
    <dgm:pt modelId="{AC3A6419-A9CC-450B-BF17-DBC6EE8918B3}" type="pres">
      <dgm:prSet presAssocID="{8122A422-72E0-4892-98E0-E6F91287D3AD}" presName="spaceBetweenRectangles" presStyleCnt="0"/>
      <dgm:spPr/>
    </dgm:pt>
    <dgm:pt modelId="{D4A9B712-2788-4EA0-B57D-D9E2BFB7F9D1}" type="pres">
      <dgm:prSet presAssocID="{824BD2F8-EF45-4A70-A051-96F9345C0D81}" presName="parentLin" presStyleCnt="0"/>
      <dgm:spPr/>
    </dgm:pt>
    <dgm:pt modelId="{A578C378-2941-4E6C-A19E-4F5305FD1ADE}" type="pres">
      <dgm:prSet presAssocID="{824BD2F8-EF45-4A70-A051-96F9345C0D81}" presName="parentLeftMargin" presStyleLbl="node1" presStyleIdx="0" presStyleCnt="4"/>
      <dgm:spPr/>
    </dgm:pt>
    <dgm:pt modelId="{F8A0D33D-D9FE-403A-9A2B-A9B2C90B3F97}" type="pres">
      <dgm:prSet presAssocID="{824BD2F8-EF45-4A70-A051-96F9345C0D8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43C2A0C-5589-4137-AA97-DD837EA30BA7}" type="pres">
      <dgm:prSet presAssocID="{824BD2F8-EF45-4A70-A051-96F9345C0D81}" presName="negativeSpace" presStyleCnt="0"/>
      <dgm:spPr/>
    </dgm:pt>
    <dgm:pt modelId="{96D93470-03E6-4F05-AD73-306B88BD6B85}" type="pres">
      <dgm:prSet presAssocID="{824BD2F8-EF45-4A70-A051-96F9345C0D81}" presName="childText" presStyleLbl="conFgAcc1" presStyleIdx="1" presStyleCnt="4">
        <dgm:presLayoutVars>
          <dgm:bulletEnabled val="1"/>
        </dgm:presLayoutVars>
      </dgm:prSet>
      <dgm:spPr/>
    </dgm:pt>
    <dgm:pt modelId="{C4C38575-0FBF-4E76-A7D6-40D7D5CD3602}" type="pres">
      <dgm:prSet presAssocID="{41EE7871-9FC2-4E90-80C0-324493B9D44B}" presName="spaceBetweenRectangles" presStyleCnt="0"/>
      <dgm:spPr/>
    </dgm:pt>
    <dgm:pt modelId="{366B9AC6-DAF4-4143-A3CC-29C922721A41}" type="pres">
      <dgm:prSet presAssocID="{E63C46FE-4704-4AFF-BCD6-D633F5E4B46D}" presName="parentLin" presStyleCnt="0"/>
      <dgm:spPr/>
    </dgm:pt>
    <dgm:pt modelId="{6B4DB1C9-0C98-4813-B863-D7C3944FE378}" type="pres">
      <dgm:prSet presAssocID="{E63C46FE-4704-4AFF-BCD6-D633F5E4B46D}" presName="parentLeftMargin" presStyleLbl="node1" presStyleIdx="1" presStyleCnt="4"/>
      <dgm:spPr/>
    </dgm:pt>
    <dgm:pt modelId="{C873B04A-1FD1-4E97-9013-8416251EB9B3}" type="pres">
      <dgm:prSet presAssocID="{E63C46FE-4704-4AFF-BCD6-D633F5E4B46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57DB954-BF9B-48C4-A709-585658DFAE90}" type="pres">
      <dgm:prSet presAssocID="{E63C46FE-4704-4AFF-BCD6-D633F5E4B46D}" presName="negativeSpace" presStyleCnt="0"/>
      <dgm:spPr/>
    </dgm:pt>
    <dgm:pt modelId="{DEA62EFD-5B3B-479E-B6D4-2BA12556A146}" type="pres">
      <dgm:prSet presAssocID="{E63C46FE-4704-4AFF-BCD6-D633F5E4B46D}" presName="childText" presStyleLbl="conFgAcc1" presStyleIdx="2" presStyleCnt="4">
        <dgm:presLayoutVars>
          <dgm:bulletEnabled val="1"/>
        </dgm:presLayoutVars>
      </dgm:prSet>
      <dgm:spPr/>
    </dgm:pt>
    <dgm:pt modelId="{D8FE42A5-5AA9-4A71-8759-D61D9BFE600D}" type="pres">
      <dgm:prSet presAssocID="{5DE78911-D813-423D-8A87-87BF72906E78}" presName="spaceBetweenRectangles" presStyleCnt="0"/>
      <dgm:spPr/>
    </dgm:pt>
    <dgm:pt modelId="{C56B03E6-C4BA-4AD1-8B40-403D42AF7208}" type="pres">
      <dgm:prSet presAssocID="{9D8F7817-8611-44A8-8A5C-E50115E2CF7E}" presName="parentLin" presStyleCnt="0"/>
      <dgm:spPr/>
    </dgm:pt>
    <dgm:pt modelId="{A08A1835-D735-4BCE-8D3A-D9F4FFF22065}" type="pres">
      <dgm:prSet presAssocID="{9D8F7817-8611-44A8-8A5C-E50115E2CF7E}" presName="parentLeftMargin" presStyleLbl="node1" presStyleIdx="2" presStyleCnt="4"/>
      <dgm:spPr/>
    </dgm:pt>
    <dgm:pt modelId="{CF2A7BFB-2C5E-4E4F-BDC9-44390030B014}" type="pres">
      <dgm:prSet presAssocID="{9D8F7817-8611-44A8-8A5C-E50115E2CF7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565B460-6B08-4A2F-8632-13AF70ED90FE}" type="pres">
      <dgm:prSet presAssocID="{9D8F7817-8611-44A8-8A5C-E50115E2CF7E}" presName="negativeSpace" presStyleCnt="0"/>
      <dgm:spPr/>
    </dgm:pt>
    <dgm:pt modelId="{1A4F2EA1-DB30-4A8A-8F07-FECFB2FE766E}" type="pres">
      <dgm:prSet presAssocID="{9D8F7817-8611-44A8-8A5C-E50115E2CF7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548CA06-D671-4C5F-8C23-A7114E059E0C}" type="presOf" srcId="{824BD2F8-EF45-4A70-A051-96F9345C0D81}" destId="{F8A0D33D-D9FE-403A-9A2B-A9B2C90B3F97}" srcOrd="1" destOrd="0" presId="urn:microsoft.com/office/officeart/2005/8/layout/list1"/>
    <dgm:cxn modelId="{37B3E710-9EC8-40D7-AF05-0BE95524AF3C}" type="presOf" srcId="{9D8F7817-8611-44A8-8A5C-E50115E2CF7E}" destId="{CF2A7BFB-2C5E-4E4F-BDC9-44390030B014}" srcOrd="1" destOrd="0" presId="urn:microsoft.com/office/officeart/2005/8/layout/list1"/>
    <dgm:cxn modelId="{9AAF8621-F786-49AD-954E-ECF224BB4EE0}" type="presOf" srcId="{E63C46FE-4704-4AFF-BCD6-D633F5E4B46D}" destId="{6B4DB1C9-0C98-4813-B863-D7C3944FE378}" srcOrd="0" destOrd="0" presId="urn:microsoft.com/office/officeart/2005/8/layout/list1"/>
    <dgm:cxn modelId="{4A3F0324-8CB8-46ED-B235-43E3F60604E6}" type="presOf" srcId="{9D8F7817-8611-44A8-8A5C-E50115E2CF7E}" destId="{A08A1835-D735-4BCE-8D3A-D9F4FFF22065}" srcOrd="0" destOrd="0" presId="urn:microsoft.com/office/officeart/2005/8/layout/list1"/>
    <dgm:cxn modelId="{85FE9627-9A96-4D13-BCF3-5B48D8BFBC86}" type="presOf" srcId="{1F4ECE7A-8E20-45A9-B4DC-6AECA0046208}" destId="{9755AA03-705F-476A-B6EE-A5943B86E8B4}" srcOrd="0" destOrd="0" presId="urn:microsoft.com/office/officeart/2005/8/layout/list1"/>
    <dgm:cxn modelId="{F90C5849-C90A-4415-8D0E-F94BC51661A2}" type="presOf" srcId="{E63C46FE-4704-4AFF-BCD6-D633F5E4B46D}" destId="{C873B04A-1FD1-4E97-9013-8416251EB9B3}" srcOrd="1" destOrd="0" presId="urn:microsoft.com/office/officeart/2005/8/layout/list1"/>
    <dgm:cxn modelId="{A21FB84F-200B-4B01-824F-B7D7DB911019}" type="presOf" srcId="{824BD2F8-EF45-4A70-A051-96F9345C0D81}" destId="{A578C378-2941-4E6C-A19E-4F5305FD1ADE}" srcOrd="0" destOrd="0" presId="urn:microsoft.com/office/officeart/2005/8/layout/list1"/>
    <dgm:cxn modelId="{9BE39A71-9569-4907-AB62-9CD77239F34C}" srcId="{C0E18B38-8CD5-4FD8-A915-B194E9C400F8}" destId="{824BD2F8-EF45-4A70-A051-96F9345C0D81}" srcOrd="1" destOrd="0" parTransId="{31CF72E6-A6DD-4E2D-9A14-CA8EBE5C58CE}" sibTransId="{41EE7871-9FC2-4E90-80C0-324493B9D44B}"/>
    <dgm:cxn modelId="{87CAB6B8-04A0-46EE-8689-DB8C58CEECCC}" type="presOf" srcId="{1F4ECE7A-8E20-45A9-B4DC-6AECA0046208}" destId="{57AD433D-CC56-4043-9421-AF7BC33E73D0}" srcOrd="1" destOrd="0" presId="urn:microsoft.com/office/officeart/2005/8/layout/list1"/>
    <dgm:cxn modelId="{2CCD66C0-E722-4846-A49A-617A92D9DBDC}" srcId="{C0E18B38-8CD5-4FD8-A915-B194E9C400F8}" destId="{9D8F7817-8611-44A8-8A5C-E50115E2CF7E}" srcOrd="3" destOrd="0" parTransId="{01218537-8470-49C8-9456-BCF099B91B67}" sibTransId="{35D4F0B7-D6EC-422C-95C3-25063D5DA079}"/>
    <dgm:cxn modelId="{4515C2D6-366E-4700-B4DC-56D4B2DF5024}" srcId="{C0E18B38-8CD5-4FD8-A915-B194E9C400F8}" destId="{E63C46FE-4704-4AFF-BCD6-D633F5E4B46D}" srcOrd="2" destOrd="0" parTransId="{A7FB41B7-E06F-4ECB-9CFB-1245ECB89D90}" sibTransId="{5DE78911-D813-423D-8A87-87BF72906E78}"/>
    <dgm:cxn modelId="{3CFAC7F3-A8F6-44D9-A116-6A61702F9CC7}" type="presOf" srcId="{C0E18B38-8CD5-4FD8-A915-B194E9C400F8}" destId="{F643FB73-6E3A-4EB4-BD1F-92039E86FBDB}" srcOrd="0" destOrd="0" presId="urn:microsoft.com/office/officeart/2005/8/layout/list1"/>
    <dgm:cxn modelId="{EFB497F8-E31D-4202-855E-B12DCEFA1666}" srcId="{C0E18B38-8CD5-4FD8-A915-B194E9C400F8}" destId="{1F4ECE7A-8E20-45A9-B4DC-6AECA0046208}" srcOrd="0" destOrd="0" parTransId="{6DD9C269-88EF-4C3A-A592-56FFD03CBFBC}" sibTransId="{8122A422-72E0-4892-98E0-E6F91287D3AD}"/>
    <dgm:cxn modelId="{96596DB9-6CA4-4829-B9DD-213B4305F517}" type="presParOf" srcId="{F643FB73-6E3A-4EB4-BD1F-92039E86FBDB}" destId="{37BD7ED1-D8FD-43C9-A16F-2C0CA6D0D8A5}" srcOrd="0" destOrd="0" presId="urn:microsoft.com/office/officeart/2005/8/layout/list1"/>
    <dgm:cxn modelId="{25F1C05F-E39B-41DB-8EEC-624338E6003A}" type="presParOf" srcId="{37BD7ED1-D8FD-43C9-A16F-2C0CA6D0D8A5}" destId="{9755AA03-705F-476A-B6EE-A5943B86E8B4}" srcOrd="0" destOrd="0" presId="urn:microsoft.com/office/officeart/2005/8/layout/list1"/>
    <dgm:cxn modelId="{B387470E-A423-44F5-8AF1-1DB354E11390}" type="presParOf" srcId="{37BD7ED1-D8FD-43C9-A16F-2C0CA6D0D8A5}" destId="{57AD433D-CC56-4043-9421-AF7BC33E73D0}" srcOrd="1" destOrd="0" presId="urn:microsoft.com/office/officeart/2005/8/layout/list1"/>
    <dgm:cxn modelId="{F294FA52-8984-4EAB-9CAB-1C5E57B88AA0}" type="presParOf" srcId="{F643FB73-6E3A-4EB4-BD1F-92039E86FBDB}" destId="{DB8E32A8-5A4E-425F-B870-0F9038102AC9}" srcOrd="1" destOrd="0" presId="urn:microsoft.com/office/officeart/2005/8/layout/list1"/>
    <dgm:cxn modelId="{A2D54877-A4B4-4875-BCF0-AD354668E8FD}" type="presParOf" srcId="{F643FB73-6E3A-4EB4-BD1F-92039E86FBDB}" destId="{D8E46537-6E83-477A-B707-C467D5D9B708}" srcOrd="2" destOrd="0" presId="urn:microsoft.com/office/officeart/2005/8/layout/list1"/>
    <dgm:cxn modelId="{4492BD16-D9ED-4BDF-AC33-0BCD88DF6398}" type="presParOf" srcId="{F643FB73-6E3A-4EB4-BD1F-92039E86FBDB}" destId="{AC3A6419-A9CC-450B-BF17-DBC6EE8918B3}" srcOrd="3" destOrd="0" presId="urn:microsoft.com/office/officeart/2005/8/layout/list1"/>
    <dgm:cxn modelId="{A3786DF7-2D5F-4AC6-8BEB-3C2914092FB4}" type="presParOf" srcId="{F643FB73-6E3A-4EB4-BD1F-92039E86FBDB}" destId="{D4A9B712-2788-4EA0-B57D-D9E2BFB7F9D1}" srcOrd="4" destOrd="0" presId="urn:microsoft.com/office/officeart/2005/8/layout/list1"/>
    <dgm:cxn modelId="{B1CB877F-5AB5-41A9-AB9D-DBA5B10126FB}" type="presParOf" srcId="{D4A9B712-2788-4EA0-B57D-D9E2BFB7F9D1}" destId="{A578C378-2941-4E6C-A19E-4F5305FD1ADE}" srcOrd="0" destOrd="0" presId="urn:microsoft.com/office/officeart/2005/8/layout/list1"/>
    <dgm:cxn modelId="{585DE2FA-90E8-4A65-B12E-3839C0F9F169}" type="presParOf" srcId="{D4A9B712-2788-4EA0-B57D-D9E2BFB7F9D1}" destId="{F8A0D33D-D9FE-403A-9A2B-A9B2C90B3F97}" srcOrd="1" destOrd="0" presId="urn:microsoft.com/office/officeart/2005/8/layout/list1"/>
    <dgm:cxn modelId="{4F8FA9FE-1E56-49E7-B9E9-908C7049362C}" type="presParOf" srcId="{F643FB73-6E3A-4EB4-BD1F-92039E86FBDB}" destId="{943C2A0C-5589-4137-AA97-DD837EA30BA7}" srcOrd="5" destOrd="0" presId="urn:microsoft.com/office/officeart/2005/8/layout/list1"/>
    <dgm:cxn modelId="{9E6A459B-FA88-4B9C-92FA-F6158DD0917C}" type="presParOf" srcId="{F643FB73-6E3A-4EB4-BD1F-92039E86FBDB}" destId="{96D93470-03E6-4F05-AD73-306B88BD6B85}" srcOrd="6" destOrd="0" presId="urn:microsoft.com/office/officeart/2005/8/layout/list1"/>
    <dgm:cxn modelId="{71BF443C-41DE-43BB-A71B-184B55F45700}" type="presParOf" srcId="{F643FB73-6E3A-4EB4-BD1F-92039E86FBDB}" destId="{C4C38575-0FBF-4E76-A7D6-40D7D5CD3602}" srcOrd="7" destOrd="0" presId="urn:microsoft.com/office/officeart/2005/8/layout/list1"/>
    <dgm:cxn modelId="{165C4E56-2EDB-41F4-B23F-AC206B9BEBE3}" type="presParOf" srcId="{F643FB73-6E3A-4EB4-BD1F-92039E86FBDB}" destId="{366B9AC6-DAF4-4143-A3CC-29C922721A41}" srcOrd="8" destOrd="0" presId="urn:microsoft.com/office/officeart/2005/8/layout/list1"/>
    <dgm:cxn modelId="{1FFD2A29-E0E7-4ACA-BB46-222B3B509794}" type="presParOf" srcId="{366B9AC6-DAF4-4143-A3CC-29C922721A41}" destId="{6B4DB1C9-0C98-4813-B863-D7C3944FE378}" srcOrd="0" destOrd="0" presId="urn:microsoft.com/office/officeart/2005/8/layout/list1"/>
    <dgm:cxn modelId="{4C69063A-013C-4A5F-8504-EB15640F4941}" type="presParOf" srcId="{366B9AC6-DAF4-4143-A3CC-29C922721A41}" destId="{C873B04A-1FD1-4E97-9013-8416251EB9B3}" srcOrd="1" destOrd="0" presId="urn:microsoft.com/office/officeart/2005/8/layout/list1"/>
    <dgm:cxn modelId="{15CE9D13-D19C-4FAE-B88F-E3B360885511}" type="presParOf" srcId="{F643FB73-6E3A-4EB4-BD1F-92039E86FBDB}" destId="{857DB954-BF9B-48C4-A709-585658DFAE90}" srcOrd="9" destOrd="0" presId="urn:microsoft.com/office/officeart/2005/8/layout/list1"/>
    <dgm:cxn modelId="{4BC1555A-4A0C-454F-96A8-E31FE7D74578}" type="presParOf" srcId="{F643FB73-6E3A-4EB4-BD1F-92039E86FBDB}" destId="{DEA62EFD-5B3B-479E-B6D4-2BA12556A146}" srcOrd="10" destOrd="0" presId="urn:microsoft.com/office/officeart/2005/8/layout/list1"/>
    <dgm:cxn modelId="{1630C4AF-A0A2-4043-8CAE-0D70F0AD8D89}" type="presParOf" srcId="{F643FB73-6E3A-4EB4-BD1F-92039E86FBDB}" destId="{D8FE42A5-5AA9-4A71-8759-D61D9BFE600D}" srcOrd="11" destOrd="0" presId="urn:microsoft.com/office/officeart/2005/8/layout/list1"/>
    <dgm:cxn modelId="{19AAD7A9-B2C5-4E40-A5DC-29A942A8712C}" type="presParOf" srcId="{F643FB73-6E3A-4EB4-BD1F-92039E86FBDB}" destId="{C56B03E6-C4BA-4AD1-8B40-403D42AF7208}" srcOrd="12" destOrd="0" presId="urn:microsoft.com/office/officeart/2005/8/layout/list1"/>
    <dgm:cxn modelId="{D73BDDFF-799F-4A80-9D78-6AA0D1139789}" type="presParOf" srcId="{C56B03E6-C4BA-4AD1-8B40-403D42AF7208}" destId="{A08A1835-D735-4BCE-8D3A-D9F4FFF22065}" srcOrd="0" destOrd="0" presId="urn:microsoft.com/office/officeart/2005/8/layout/list1"/>
    <dgm:cxn modelId="{25755AAB-90D9-4077-86C7-CDCA23455885}" type="presParOf" srcId="{C56B03E6-C4BA-4AD1-8B40-403D42AF7208}" destId="{CF2A7BFB-2C5E-4E4F-BDC9-44390030B014}" srcOrd="1" destOrd="0" presId="urn:microsoft.com/office/officeart/2005/8/layout/list1"/>
    <dgm:cxn modelId="{7DFEB7C3-8715-492A-A00F-DD4C9FD5ADDC}" type="presParOf" srcId="{F643FB73-6E3A-4EB4-BD1F-92039E86FBDB}" destId="{D565B460-6B08-4A2F-8632-13AF70ED90FE}" srcOrd="13" destOrd="0" presId="urn:microsoft.com/office/officeart/2005/8/layout/list1"/>
    <dgm:cxn modelId="{6785F6DE-F066-46B8-8493-CE7BF234915C}" type="presParOf" srcId="{F643FB73-6E3A-4EB4-BD1F-92039E86FBDB}" destId="{1A4F2EA1-DB30-4A8A-8F07-FECFB2FE766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5386A6-BE29-44E9-8096-3AAE18F11D4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40DC870-8914-40DA-A844-3B6022589978}">
      <dgm:prSet/>
      <dgm:spPr/>
      <dgm:t>
        <a:bodyPr/>
        <a:lstStyle/>
        <a:p>
          <a:r>
            <a:rPr lang="it-IT"/>
            <a:t>CHI GUADAGNA DA TUTTO QUESTO?</a:t>
          </a:r>
          <a:endParaRPr lang="en-US"/>
        </a:p>
      </dgm:t>
    </dgm:pt>
    <dgm:pt modelId="{EF2A9D85-E927-4C71-A986-F3AF1DCC3144}" type="parTrans" cxnId="{6DEFBD34-24BF-4207-AA6C-C3016403FE56}">
      <dgm:prSet/>
      <dgm:spPr/>
      <dgm:t>
        <a:bodyPr/>
        <a:lstStyle/>
        <a:p>
          <a:endParaRPr lang="en-US"/>
        </a:p>
      </dgm:t>
    </dgm:pt>
    <dgm:pt modelId="{87713341-66C7-4FF0-AD79-2600253EC702}" type="sibTrans" cxnId="{6DEFBD34-24BF-4207-AA6C-C3016403FE56}">
      <dgm:prSet/>
      <dgm:spPr/>
      <dgm:t>
        <a:bodyPr/>
        <a:lstStyle/>
        <a:p>
          <a:endParaRPr lang="en-US"/>
        </a:p>
      </dgm:t>
    </dgm:pt>
    <dgm:pt modelId="{ACC4317B-844D-4281-8E18-F2FE46B5C8E1}">
      <dgm:prSet/>
      <dgm:spPr/>
      <dgm:t>
        <a:bodyPr/>
        <a:lstStyle/>
        <a:p>
          <a:r>
            <a:rPr lang="it-IT"/>
            <a:t>GLI IMPRENDITORI POTEVANO CONTARE SU UN LAVORO A BASSO COSTO.</a:t>
          </a:r>
          <a:endParaRPr lang="en-US"/>
        </a:p>
      </dgm:t>
    </dgm:pt>
    <dgm:pt modelId="{B66A842E-FA64-4574-9DFD-2FEA19F37A0F}" type="parTrans" cxnId="{6B8D7F9A-5A84-4827-9830-EDE9F0993560}">
      <dgm:prSet/>
      <dgm:spPr/>
      <dgm:t>
        <a:bodyPr/>
        <a:lstStyle/>
        <a:p>
          <a:endParaRPr lang="en-US"/>
        </a:p>
      </dgm:t>
    </dgm:pt>
    <dgm:pt modelId="{11570A3F-3483-4385-81EC-1B73989ADCB6}" type="sibTrans" cxnId="{6B8D7F9A-5A84-4827-9830-EDE9F0993560}">
      <dgm:prSet/>
      <dgm:spPr/>
      <dgm:t>
        <a:bodyPr/>
        <a:lstStyle/>
        <a:p>
          <a:endParaRPr lang="en-US"/>
        </a:p>
      </dgm:t>
    </dgm:pt>
    <dgm:pt modelId="{8377BB9C-FBB6-4EAB-89A7-821B283799BC}">
      <dgm:prSet/>
      <dgm:spPr/>
      <dgm:t>
        <a:bodyPr/>
        <a:lstStyle/>
        <a:p>
          <a:r>
            <a:rPr lang="it-IT"/>
            <a:t>QUESTO HA AUMENTATO LA COMPETITIVITA’ DELLE IMPRESE ITALIANE</a:t>
          </a:r>
          <a:endParaRPr lang="en-US"/>
        </a:p>
      </dgm:t>
    </dgm:pt>
    <dgm:pt modelId="{BA69B9FA-3681-4295-BBFA-6B9A26AF4389}" type="parTrans" cxnId="{424504C3-93B5-4038-95C1-C8A7A175BAE5}">
      <dgm:prSet/>
      <dgm:spPr/>
      <dgm:t>
        <a:bodyPr/>
        <a:lstStyle/>
        <a:p>
          <a:endParaRPr lang="en-US"/>
        </a:p>
      </dgm:t>
    </dgm:pt>
    <dgm:pt modelId="{4CAC4F30-7E02-4E51-B0CF-A9230623F4C6}" type="sibTrans" cxnId="{424504C3-93B5-4038-95C1-C8A7A175BAE5}">
      <dgm:prSet/>
      <dgm:spPr/>
      <dgm:t>
        <a:bodyPr/>
        <a:lstStyle/>
        <a:p>
          <a:endParaRPr lang="en-US"/>
        </a:p>
      </dgm:t>
    </dgm:pt>
    <dgm:pt modelId="{29F7EF54-0659-41E5-8417-312BC794FD3D}">
      <dgm:prSet/>
      <dgm:spPr/>
      <dgm:t>
        <a:bodyPr/>
        <a:lstStyle/>
        <a:p>
          <a:r>
            <a:rPr lang="it-IT"/>
            <a:t>SULLE SPALLE DELLE DONNE</a:t>
          </a:r>
          <a:endParaRPr lang="en-US"/>
        </a:p>
      </dgm:t>
    </dgm:pt>
    <dgm:pt modelId="{E813EE31-20EA-4A04-AF22-A53D8A3CB64B}" type="parTrans" cxnId="{272AA01E-D1C7-48C2-B169-BDCCA96C4A7C}">
      <dgm:prSet/>
      <dgm:spPr/>
      <dgm:t>
        <a:bodyPr/>
        <a:lstStyle/>
        <a:p>
          <a:endParaRPr lang="en-US"/>
        </a:p>
      </dgm:t>
    </dgm:pt>
    <dgm:pt modelId="{22ED01FB-E44D-4CAB-B4DE-BEB81F3BF69B}" type="sibTrans" cxnId="{272AA01E-D1C7-48C2-B169-BDCCA96C4A7C}">
      <dgm:prSet/>
      <dgm:spPr/>
      <dgm:t>
        <a:bodyPr/>
        <a:lstStyle/>
        <a:p>
          <a:endParaRPr lang="en-US"/>
        </a:p>
      </dgm:t>
    </dgm:pt>
    <dgm:pt modelId="{FD9B73F9-7A60-4384-9D8C-77BB70EEA25C}" type="pres">
      <dgm:prSet presAssocID="{2F5386A6-BE29-44E9-8096-3AAE18F11D41}" presName="linear" presStyleCnt="0">
        <dgm:presLayoutVars>
          <dgm:animLvl val="lvl"/>
          <dgm:resizeHandles val="exact"/>
        </dgm:presLayoutVars>
      </dgm:prSet>
      <dgm:spPr/>
    </dgm:pt>
    <dgm:pt modelId="{D707FC92-CB34-4B21-A185-FB9E12DA271A}" type="pres">
      <dgm:prSet presAssocID="{440DC870-8914-40DA-A844-3B602258997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62C82EE-2F81-489E-8576-CEC2278C8857}" type="pres">
      <dgm:prSet presAssocID="{87713341-66C7-4FF0-AD79-2600253EC702}" presName="spacer" presStyleCnt="0"/>
      <dgm:spPr/>
    </dgm:pt>
    <dgm:pt modelId="{1420F8FB-F51C-47C0-AAC2-4B37A19EA877}" type="pres">
      <dgm:prSet presAssocID="{ACC4317B-844D-4281-8E18-F2FE46B5C8E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0172185-4F55-48AF-8970-963C9A9E5524}" type="pres">
      <dgm:prSet presAssocID="{11570A3F-3483-4385-81EC-1B73989ADCB6}" presName="spacer" presStyleCnt="0"/>
      <dgm:spPr/>
    </dgm:pt>
    <dgm:pt modelId="{C487EB8C-01C4-48C6-A6E0-48EDA538AC6B}" type="pres">
      <dgm:prSet presAssocID="{8377BB9C-FBB6-4EAB-89A7-821B283799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99B23A9-F238-40E8-983E-4944C6BAFE6D}" type="pres">
      <dgm:prSet presAssocID="{4CAC4F30-7E02-4E51-B0CF-A9230623F4C6}" presName="spacer" presStyleCnt="0"/>
      <dgm:spPr/>
    </dgm:pt>
    <dgm:pt modelId="{9BEAFA50-AAB6-4B68-9F38-FA0A71EE4224}" type="pres">
      <dgm:prSet presAssocID="{29F7EF54-0659-41E5-8417-312BC794FD3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72AA01E-D1C7-48C2-B169-BDCCA96C4A7C}" srcId="{2F5386A6-BE29-44E9-8096-3AAE18F11D41}" destId="{29F7EF54-0659-41E5-8417-312BC794FD3D}" srcOrd="3" destOrd="0" parTransId="{E813EE31-20EA-4A04-AF22-A53D8A3CB64B}" sibTransId="{22ED01FB-E44D-4CAB-B4DE-BEB81F3BF69B}"/>
    <dgm:cxn modelId="{6DEFBD34-24BF-4207-AA6C-C3016403FE56}" srcId="{2F5386A6-BE29-44E9-8096-3AAE18F11D41}" destId="{440DC870-8914-40DA-A844-3B6022589978}" srcOrd="0" destOrd="0" parTransId="{EF2A9D85-E927-4C71-A986-F3AF1DCC3144}" sibTransId="{87713341-66C7-4FF0-AD79-2600253EC702}"/>
    <dgm:cxn modelId="{5BD2695F-F7C7-4B30-8B51-3576C284C471}" type="presOf" srcId="{29F7EF54-0659-41E5-8417-312BC794FD3D}" destId="{9BEAFA50-AAB6-4B68-9F38-FA0A71EE4224}" srcOrd="0" destOrd="0" presId="urn:microsoft.com/office/officeart/2005/8/layout/vList2"/>
    <dgm:cxn modelId="{DD45AB66-FCF3-47A0-951E-73D4ED10AD3B}" type="presOf" srcId="{8377BB9C-FBB6-4EAB-89A7-821B283799BC}" destId="{C487EB8C-01C4-48C6-A6E0-48EDA538AC6B}" srcOrd="0" destOrd="0" presId="urn:microsoft.com/office/officeart/2005/8/layout/vList2"/>
    <dgm:cxn modelId="{2AECEC88-09CA-4DCA-9AB5-7B581F1F348F}" type="presOf" srcId="{2F5386A6-BE29-44E9-8096-3AAE18F11D41}" destId="{FD9B73F9-7A60-4384-9D8C-77BB70EEA25C}" srcOrd="0" destOrd="0" presId="urn:microsoft.com/office/officeart/2005/8/layout/vList2"/>
    <dgm:cxn modelId="{6B8D7F9A-5A84-4827-9830-EDE9F0993560}" srcId="{2F5386A6-BE29-44E9-8096-3AAE18F11D41}" destId="{ACC4317B-844D-4281-8E18-F2FE46B5C8E1}" srcOrd="1" destOrd="0" parTransId="{B66A842E-FA64-4574-9DFD-2FEA19F37A0F}" sibTransId="{11570A3F-3483-4385-81EC-1B73989ADCB6}"/>
    <dgm:cxn modelId="{1B522AA1-EB93-4D2B-A63D-9971A67C820F}" type="presOf" srcId="{440DC870-8914-40DA-A844-3B6022589978}" destId="{D707FC92-CB34-4B21-A185-FB9E12DA271A}" srcOrd="0" destOrd="0" presId="urn:microsoft.com/office/officeart/2005/8/layout/vList2"/>
    <dgm:cxn modelId="{424504C3-93B5-4038-95C1-C8A7A175BAE5}" srcId="{2F5386A6-BE29-44E9-8096-3AAE18F11D41}" destId="{8377BB9C-FBB6-4EAB-89A7-821B283799BC}" srcOrd="2" destOrd="0" parTransId="{BA69B9FA-3681-4295-BBFA-6B9A26AF4389}" sibTransId="{4CAC4F30-7E02-4E51-B0CF-A9230623F4C6}"/>
    <dgm:cxn modelId="{7D72CEF5-8471-4682-A4E1-0182A5A127FA}" type="presOf" srcId="{ACC4317B-844D-4281-8E18-F2FE46B5C8E1}" destId="{1420F8FB-F51C-47C0-AAC2-4B37A19EA877}" srcOrd="0" destOrd="0" presId="urn:microsoft.com/office/officeart/2005/8/layout/vList2"/>
    <dgm:cxn modelId="{91BC2F00-EA2A-4427-8660-A1777789737F}" type="presParOf" srcId="{FD9B73F9-7A60-4384-9D8C-77BB70EEA25C}" destId="{D707FC92-CB34-4B21-A185-FB9E12DA271A}" srcOrd="0" destOrd="0" presId="urn:microsoft.com/office/officeart/2005/8/layout/vList2"/>
    <dgm:cxn modelId="{88206EA4-6EDD-4DDA-B9C1-AADAEB526947}" type="presParOf" srcId="{FD9B73F9-7A60-4384-9D8C-77BB70EEA25C}" destId="{562C82EE-2F81-489E-8576-CEC2278C8857}" srcOrd="1" destOrd="0" presId="urn:microsoft.com/office/officeart/2005/8/layout/vList2"/>
    <dgm:cxn modelId="{8816029F-0FAD-47C2-A0F4-EB2F7920D783}" type="presParOf" srcId="{FD9B73F9-7A60-4384-9D8C-77BB70EEA25C}" destId="{1420F8FB-F51C-47C0-AAC2-4B37A19EA877}" srcOrd="2" destOrd="0" presId="urn:microsoft.com/office/officeart/2005/8/layout/vList2"/>
    <dgm:cxn modelId="{BC02F176-0663-4ECC-A408-09FE5FD1B72C}" type="presParOf" srcId="{FD9B73F9-7A60-4384-9D8C-77BB70EEA25C}" destId="{C0172185-4F55-48AF-8970-963C9A9E5524}" srcOrd="3" destOrd="0" presId="urn:microsoft.com/office/officeart/2005/8/layout/vList2"/>
    <dgm:cxn modelId="{F75B2AE6-0D76-43F3-9116-89BD9A0CF978}" type="presParOf" srcId="{FD9B73F9-7A60-4384-9D8C-77BB70EEA25C}" destId="{C487EB8C-01C4-48C6-A6E0-48EDA538AC6B}" srcOrd="4" destOrd="0" presId="urn:microsoft.com/office/officeart/2005/8/layout/vList2"/>
    <dgm:cxn modelId="{CF8912F0-9B38-47D4-A5E3-0F0A7B037B5C}" type="presParOf" srcId="{FD9B73F9-7A60-4384-9D8C-77BB70EEA25C}" destId="{C99B23A9-F238-40E8-983E-4944C6BAFE6D}" srcOrd="5" destOrd="0" presId="urn:microsoft.com/office/officeart/2005/8/layout/vList2"/>
    <dgm:cxn modelId="{7EE56069-14E1-4B84-9CCD-7BC65B8990D6}" type="presParOf" srcId="{FD9B73F9-7A60-4384-9D8C-77BB70EEA25C}" destId="{9BEAFA50-AAB6-4B68-9F38-FA0A71EE422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EE145C-D70B-48DD-B3FF-4040F2C69CFC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32943B4-A56C-4084-9447-6C69BD2F563F}">
      <dgm:prSet/>
      <dgm:spPr/>
      <dgm:t>
        <a:bodyPr/>
        <a:lstStyle/>
        <a:p>
          <a:r>
            <a:rPr lang="it-IT"/>
            <a:t>DI SUPPORTO AL BASSO SALARIO MASCHILE; </a:t>
          </a:r>
          <a:endParaRPr lang="en-US"/>
        </a:p>
      </dgm:t>
    </dgm:pt>
    <dgm:pt modelId="{A1487FE2-8959-4AFF-8C35-45D281AC826A}" type="parTrans" cxnId="{5CA4C7CB-1865-442C-AFB8-D9A3DE3711DA}">
      <dgm:prSet/>
      <dgm:spPr/>
      <dgm:t>
        <a:bodyPr/>
        <a:lstStyle/>
        <a:p>
          <a:endParaRPr lang="en-US"/>
        </a:p>
      </dgm:t>
    </dgm:pt>
    <dgm:pt modelId="{482A9904-3249-4333-BE84-FA8DFF68B7D7}" type="sibTrans" cxnId="{5CA4C7CB-1865-442C-AFB8-D9A3DE3711DA}">
      <dgm:prSet/>
      <dgm:spPr/>
      <dgm:t>
        <a:bodyPr/>
        <a:lstStyle/>
        <a:p>
          <a:endParaRPr lang="en-US"/>
        </a:p>
      </dgm:t>
    </dgm:pt>
    <dgm:pt modelId="{D2321DDC-A02C-47D1-BF8E-F001B5EE51AF}">
      <dgm:prSet/>
      <dgm:spPr/>
      <dgm:t>
        <a:bodyPr/>
        <a:lstStyle/>
        <a:p>
          <a:r>
            <a:rPr lang="it-IT"/>
            <a:t>SPESSO CONSIDERATO COME UNA ATTIVITA’ IN ATTESA DI UN MATRIMONIO;</a:t>
          </a:r>
          <a:endParaRPr lang="en-US"/>
        </a:p>
      </dgm:t>
    </dgm:pt>
    <dgm:pt modelId="{CDCEC646-7800-46CA-80A3-D2F8E2DB6997}" type="parTrans" cxnId="{9EC974EC-460D-4664-BE07-0E984B4AC568}">
      <dgm:prSet/>
      <dgm:spPr/>
      <dgm:t>
        <a:bodyPr/>
        <a:lstStyle/>
        <a:p>
          <a:endParaRPr lang="en-US"/>
        </a:p>
      </dgm:t>
    </dgm:pt>
    <dgm:pt modelId="{36B9E069-AD20-4587-A4F3-F09E4352FA2B}" type="sibTrans" cxnId="{9EC974EC-460D-4664-BE07-0E984B4AC568}">
      <dgm:prSet/>
      <dgm:spPr/>
      <dgm:t>
        <a:bodyPr/>
        <a:lstStyle/>
        <a:p>
          <a:endParaRPr lang="en-US"/>
        </a:p>
      </dgm:t>
    </dgm:pt>
    <dgm:pt modelId="{CF13BC90-5558-4235-93EA-2C36D819C7FF}">
      <dgm:prSet/>
      <dgm:spPr/>
      <dgm:t>
        <a:bodyPr/>
        <a:lstStyle/>
        <a:p>
          <a:r>
            <a:rPr lang="it-IT"/>
            <a:t>PAGATO ½ RISPETTO A QUELLO DEGLI UOMINI</a:t>
          </a:r>
          <a:endParaRPr lang="en-US"/>
        </a:p>
      </dgm:t>
    </dgm:pt>
    <dgm:pt modelId="{0F0F1B45-8B74-4EC0-A522-81CB8815AF08}" type="parTrans" cxnId="{4C613664-52A2-4CBE-A29C-B7E478C6BE5D}">
      <dgm:prSet/>
      <dgm:spPr/>
      <dgm:t>
        <a:bodyPr/>
        <a:lstStyle/>
        <a:p>
          <a:endParaRPr lang="en-US"/>
        </a:p>
      </dgm:t>
    </dgm:pt>
    <dgm:pt modelId="{9010A4D8-5F1A-4B48-AECE-26A0D33F8A9E}" type="sibTrans" cxnId="{4C613664-52A2-4CBE-A29C-B7E478C6BE5D}">
      <dgm:prSet/>
      <dgm:spPr/>
      <dgm:t>
        <a:bodyPr/>
        <a:lstStyle/>
        <a:p>
          <a:endParaRPr lang="en-US"/>
        </a:p>
      </dgm:t>
    </dgm:pt>
    <dgm:pt modelId="{9DADF73D-5D16-4ECD-8C90-E7A3169E9A64}" type="pres">
      <dgm:prSet presAssocID="{E0EE145C-D70B-48DD-B3FF-4040F2C69CFC}" presName="vert0" presStyleCnt="0">
        <dgm:presLayoutVars>
          <dgm:dir/>
          <dgm:animOne val="branch"/>
          <dgm:animLvl val="lvl"/>
        </dgm:presLayoutVars>
      </dgm:prSet>
      <dgm:spPr/>
    </dgm:pt>
    <dgm:pt modelId="{31ED65FA-94FF-41EC-9400-A372EF6F63A0}" type="pres">
      <dgm:prSet presAssocID="{A32943B4-A56C-4084-9447-6C69BD2F563F}" presName="thickLine" presStyleLbl="alignNode1" presStyleIdx="0" presStyleCnt="3"/>
      <dgm:spPr/>
    </dgm:pt>
    <dgm:pt modelId="{3D01F894-9EB6-4E9E-8860-406E0473111D}" type="pres">
      <dgm:prSet presAssocID="{A32943B4-A56C-4084-9447-6C69BD2F563F}" presName="horz1" presStyleCnt="0"/>
      <dgm:spPr/>
    </dgm:pt>
    <dgm:pt modelId="{090A1EDC-BF43-41C8-B9DB-1D25AB4BA64C}" type="pres">
      <dgm:prSet presAssocID="{A32943B4-A56C-4084-9447-6C69BD2F563F}" presName="tx1" presStyleLbl="revTx" presStyleIdx="0" presStyleCnt="3"/>
      <dgm:spPr/>
    </dgm:pt>
    <dgm:pt modelId="{8216857F-79BA-4314-ACDE-F821712DC02B}" type="pres">
      <dgm:prSet presAssocID="{A32943B4-A56C-4084-9447-6C69BD2F563F}" presName="vert1" presStyleCnt="0"/>
      <dgm:spPr/>
    </dgm:pt>
    <dgm:pt modelId="{4C2E0292-CB7C-4B9D-8160-5C2BFAAFD0D1}" type="pres">
      <dgm:prSet presAssocID="{D2321DDC-A02C-47D1-BF8E-F001B5EE51AF}" presName="thickLine" presStyleLbl="alignNode1" presStyleIdx="1" presStyleCnt="3"/>
      <dgm:spPr/>
    </dgm:pt>
    <dgm:pt modelId="{CB539EB7-E983-4CED-BCFA-A21D5F350B13}" type="pres">
      <dgm:prSet presAssocID="{D2321DDC-A02C-47D1-BF8E-F001B5EE51AF}" presName="horz1" presStyleCnt="0"/>
      <dgm:spPr/>
    </dgm:pt>
    <dgm:pt modelId="{397033E2-F4F2-487F-9CE1-FDA1E9D536B2}" type="pres">
      <dgm:prSet presAssocID="{D2321DDC-A02C-47D1-BF8E-F001B5EE51AF}" presName="tx1" presStyleLbl="revTx" presStyleIdx="1" presStyleCnt="3"/>
      <dgm:spPr/>
    </dgm:pt>
    <dgm:pt modelId="{2C496C3E-CAD9-44CD-8687-08E6F384A712}" type="pres">
      <dgm:prSet presAssocID="{D2321DDC-A02C-47D1-BF8E-F001B5EE51AF}" presName="vert1" presStyleCnt="0"/>
      <dgm:spPr/>
    </dgm:pt>
    <dgm:pt modelId="{F594F795-FE63-436B-9D91-98EEC6D45A6C}" type="pres">
      <dgm:prSet presAssocID="{CF13BC90-5558-4235-93EA-2C36D819C7FF}" presName="thickLine" presStyleLbl="alignNode1" presStyleIdx="2" presStyleCnt="3"/>
      <dgm:spPr/>
    </dgm:pt>
    <dgm:pt modelId="{F999AA8E-21B8-4F66-AB66-DEEC2D615A92}" type="pres">
      <dgm:prSet presAssocID="{CF13BC90-5558-4235-93EA-2C36D819C7FF}" presName="horz1" presStyleCnt="0"/>
      <dgm:spPr/>
    </dgm:pt>
    <dgm:pt modelId="{C7A16715-A576-43B1-AE70-E795A7BF230A}" type="pres">
      <dgm:prSet presAssocID="{CF13BC90-5558-4235-93EA-2C36D819C7FF}" presName="tx1" presStyleLbl="revTx" presStyleIdx="2" presStyleCnt="3"/>
      <dgm:spPr/>
    </dgm:pt>
    <dgm:pt modelId="{DF357790-730C-4285-9D91-BC673BEE15B2}" type="pres">
      <dgm:prSet presAssocID="{CF13BC90-5558-4235-93EA-2C36D819C7FF}" presName="vert1" presStyleCnt="0"/>
      <dgm:spPr/>
    </dgm:pt>
  </dgm:ptLst>
  <dgm:cxnLst>
    <dgm:cxn modelId="{D7FB8428-6626-4548-96A1-448CD282AB4B}" type="presOf" srcId="{A32943B4-A56C-4084-9447-6C69BD2F563F}" destId="{090A1EDC-BF43-41C8-B9DB-1D25AB4BA64C}" srcOrd="0" destOrd="0" presId="urn:microsoft.com/office/officeart/2008/layout/LinedList"/>
    <dgm:cxn modelId="{4C613664-52A2-4CBE-A29C-B7E478C6BE5D}" srcId="{E0EE145C-D70B-48DD-B3FF-4040F2C69CFC}" destId="{CF13BC90-5558-4235-93EA-2C36D819C7FF}" srcOrd="2" destOrd="0" parTransId="{0F0F1B45-8B74-4EC0-A522-81CB8815AF08}" sibTransId="{9010A4D8-5F1A-4B48-AECE-26A0D33F8A9E}"/>
    <dgm:cxn modelId="{07EC9C6C-F5E7-4531-9B09-BD3E89586220}" type="presOf" srcId="{CF13BC90-5558-4235-93EA-2C36D819C7FF}" destId="{C7A16715-A576-43B1-AE70-E795A7BF230A}" srcOrd="0" destOrd="0" presId="urn:microsoft.com/office/officeart/2008/layout/LinedList"/>
    <dgm:cxn modelId="{06EF8EAD-2DA7-4590-96B3-616EF6B7A4E3}" type="presOf" srcId="{D2321DDC-A02C-47D1-BF8E-F001B5EE51AF}" destId="{397033E2-F4F2-487F-9CE1-FDA1E9D536B2}" srcOrd="0" destOrd="0" presId="urn:microsoft.com/office/officeart/2008/layout/LinedList"/>
    <dgm:cxn modelId="{9ABDB9BE-205D-443B-992B-D8BC77419FB4}" type="presOf" srcId="{E0EE145C-D70B-48DD-B3FF-4040F2C69CFC}" destId="{9DADF73D-5D16-4ECD-8C90-E7A3169E9A64}" srcOrd="0" destOrd="0" presId="urn:microsoft.com/office/officeart/2008/layout/LinedList"/>
    <dgm:cxn modelId="{5CA4C7CB-1865-442C-AFB8-D9A3DE3711DA}" srcId="{E0EE145C-D70B-48DD-B3FF-4040F2C69CFC}" destId="{A32943B4-A56C-4084-9447-6C69BD2F563F}" srcOrd="0" destOrd="0" parTransId="{A1487FE2-8959-4AFF-8C35-45D281AC826A}" sibTransId="{482A9904-3249-4333-BE84-FA8DFF68B7D7}"/>
    <dgm:cxn modelId="{9EC974EC-460D-4664-BE07-0E984B4AC568}" srcId="{E0EE145C-D70B-48DD-B3FF-4040F2C69CFC}" destId="{D2321DDC-A02C-47D1-BF8E-F001B5EE51AF}" srcOrd="1" destOrd="0" parTransId="{CDCEC646-7800-46CA-80A3-D2F8E2DB6997}" sibTransId="{36B9E069-AD20-4587-A4F3-F09E4352FA2B}"/>
    <dgm:cxn modelId="{97AAF8A8-8C0C-41B4-AFFC-F1A97C24648F}" type="presParOf" srcId="{9DADF73D-5D16-4ECD-8C90-E7A3169E9A64}" destId="{31ED65FA-94FF-41EC-9400-A372EF6F63A0}" srcOrd="0" destOrd="0" presId="urn:microsoft.com/office/officeart/2008/layout/LinedList"/>
    <dgm:cxn modelId="{AC803A3C-7FD3-4ED3-A781-053260C2B5CB}" type="presParOf" srcId="{9DADF73D-5D16-4ECD-8C90-E7A3169E9A64}" destId="{3D01F894-9EB6-4E9E-8860-406E0473111D}" srcOrd="1" destOrd="0" presId="urn:microsoft.com/office/officeart/2008/layout/LinedList"/>
    <dgm:cxn modelId="{8E9CE341-981E-4119-8CC9-1D7106027D35}" type="presParOf" srcId="{3D01F894-9EB6-4E9E-8860-406E0473111D}" destId="{090A1EDC-BF43-41C8-B9DB-1D25AB4BA64C}" srcOrd="0" destOrd="0" presId="urn:microsoft.com/office/officeart/2008/layout/LinedList"/>
    <dgm:cxn modelId="{2E26B978-078A-457B-A6A8-E38D81CB417B}" type="presParOf" srcId="{3D01F894-9EB6-4E9E-8860-406E0473111D}" destId="{8216857F-79BA-4314-ACDE-F821712DC02B}" srcOrd="1" destOrd="0" presId="urn:microsoft.com/office/officeart/2008/layout/LinedList"/>
    <dgm:cxn modelId="{CC4E3CEB-8F32-45EB-B74B-72C43C127311}" type="presParOf" srcId="{9DADF73D-5D16-4ECD-8C90-E7A3169E9A64}" destId="{4C2E0292-CB7C-4B9D-8160-5C2BFAAFD0D1}" srcOrd="2" destOrd="0" presId="urn:microsoft.com/office/officeart/2008/layout/LinedList"/>
    <dgm:cxn modelId="{5506347F-1278-4EC9-AE9B-0A7941C4561D}" type="presParOf" srcId="{9DADF73D-5D16-4ECD-8C90-E7A3169E9A64}" destId="{CB539EB7-E983-4CED-BCFA-A21D5F350B13}" srcOrd="3" destOrd="0" presId="urn:microsoft.com/office/officeart/2008/layout/LinedList"/>
    <dgm:cxn modelId="{01E2C65D-F69B-4200-9C6F-C43BA9BD9F8A}" type="presParOf" srcId="{CB539EB7-E983-4CED-BCFA-A21D5F350B13}" destId="{397033E2-F4F2-487F-9CE1-FDA1E9D536B2}" srcOrd="0" destOrd="0" presId="urn:microsoft.com/office/officeart/2008/layout/LinedList"/>
    <dgm:cxn modelId="{D78D9C72-7B91-4FCF-A297-1581B17034DB}" type="presParOf" srcId="{CB539EB7-E983-4CED-BCFA-A21D5F350B13}" destId="{2C496C3E-CAD9-44CD-8687-08E6F384A712}" srcOrd="1" destOrd="0" presId="urn:microsoft.com/office/officeart/2008/layout/LinedList"/>
    <dgm:cxn modelId="{6994B7DC-845F-4361-BDED-DEB9EBD991D7}" type="presParOf" srcId="{9DADF73D-5D16-4ECD-8C90-E7A3169E9A64}" destId="{F594F795-FE63-436B-9D91-98EEC6D45A6C}" srcOrd="4" destOrd="0" presId="urn:microsoft.com/office/officeart/2008/layout/LinedList"/>
    <dgm:cxn modelId="{539949B7-60FE-4CD3-94F9-46BD97E95C7E}" type="presParOf" srcId="{9DADF73D-5D16-4ECD-8C90-E7A3169E9A64}" destId="{F999AA8E-21B8-4F66-AB66-DEEC2D615A92}" srcOrd="5" destOrd="0" presId="urn:microsoft.com/office/officeart/2008/layout/LinedList"/>
    <dgm:cxn modelId="{98C2B716-C080-48D8-8F64-733BB9EFE758}" type="presParOf" srcId="{F999AA8E-21B8-4F66-AB66-DEEC2D615A92}" destId="{C7A16715-A576-43B1-AE70-E795A7BF230A}" srcOrd="0" destOrd="0" presId="urn:microsoft.com/office/officeart/2008/layout/LinedList"/>
    <dgm:cxn modelId="{877FBB59-88EF-4DBC-B676-BBFF46F6B797}" type="presParOf" srcId="{F999AA8E-21B8-4F66-AB66-DEEC2D615A92}" destId="{DF357790-730C-4285-9D91-BC673BEE15B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5497BC-B3D6-4455-ABC5-3C30D3C30CD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0208DFE-0AA7-464F-81FF-D30DC0DD313F}">
      <dgm:prSet/>
      <dgm:spPr/>
      <dgm:t>
        <a:bodyPr/>
        <a:lstStyle/>
        <a:p>
          <a:r>
            <a:rPr lang="it-IT"/>
            <a:t>LA FABBRICA DIVIENE PIU’ STRUTTURATA:</a:t>
          </a:r>
          <a:endParaRPr lang="en-US"/>
        </a:p>
      </dgm:t>
    </dgm:pt>
    <dgm:pt modelId="{AAFAA65F-800F-468D-B606-5B9FB56699A5}" type="parTrans" cxnId="{DB947423-DDE1-4075-9491-EB7C4B0C628D}">
      <dgm:prSet/>
      <dgm:spPr/>
      <dgm:t>
        <a:bodyPr/>
        <a:lstStyle/>
        <a:p>
          <a:endParaRPr lang="en-US"/>
        </a:p>
      </dgm:t>
    </dgm:pt>
    <dgm:pt modelId="{9C388A26-7368-4FF6-A97F-31ABFD6BADD2}" type="sibTrans" cxnId="{DB947423-DDE1-4075-9491-EB7C4B0C628D}">
      <dgm:prSet/>
      <dgm:spPr/>
      <dgm:t>
        <a:bodyPr/>
        <a:lstStyle/>
        <a:p>
          <a:endParaRPr lang="en-US"/>
        </a:p>
      </dgm:t>
    </dgm:pt>
    <dgm:pt modelId="{5154A6B6-EB67-4649-9C9E-62F2FABCDC45}">
      <dgm:prSet/>
      <dgm:spPr/>
      <dgm:t>
        <a:bodyPr/>
        <a:lstStyle/>
        <a:p>
          <a:r>
            <a:rPr lang="it-IT"/>
            <a:t>SI ASSISTE AD UNA DIMINUZIONE DELLA PARTECIPAZIONE FEMMINILE!</a:t>
          </a:r>
          <a:endParaRPr lang="en-US"/>
        </a:p>
      </dgm:t>
    </dgm:pt>
    <dgm:pt modelId="{837512B3-172D-4520-ACB6-C62CA6D394A8}" type="parTrans" cxnId="{30E75267-2F10-4D32-9ADE-B0B6567B8676}">
      <dgm:prSet/>
      <dgm:spPr/>
      <dgm:t>
        <a:bodyPr/>
        <a:lstStyle/>
        <a:p>
          <a:endParaRPr lang="en-US"/>
        </a:p>
      </dgm:t>
    </dgm:pt>
    <dgm:pt modelId="{73558CC6-B993-4643-B5D5-A5A04DF17EC7}" type="sibTrans" cxnId="{30E75267-2F10-4D32-9ADE-B0B6567B8676}">
      <dgm:prSet/>
      <dgm:spPr/>
      <dgm:t>
        <a:bodyPr/>
        <a:lstStyle/>
        <a:p>
          <a:endParaRPr lang="en-US"/>
        </a:p>
      </dgm:t>
    </dgm:pt>
    <dgm:pt modelId="{6E8CE49D-106D-4E0E-AA99-DDC261234C25}" type="pres">
      <dgm:prSet presAssocID="{535497BC-B3D6-4455-ABC5-3C30D3C30CD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7B470E2-915E-44A8-9F8B-B6330C39A8AA}" type="pres">
      <dgm:prSet presAssocID="{90208DFE-0AA7-464F-81FF-D30DC0DD313F}" presName="hierRoot1" presStyleCnt="0"/>
      <dgm:spPr/>
    </dgm:pt>
    <dgm:pt modelId="{95B4AF2B-3C98-49E2-9439-049AEEA5B2F1}" type="pres">
      <dgm:prSet presAssocID="{90208DFE-0AA7-464F-81FF-D30DC0DD313F}" presName="composite" presStyleCnt="0"/>
      <dgm:spPr/>
    </dgm:pt>
    <dgm:pt modelId="{1FC701A8-7491-49CE-A71D-EE22A5D89531}" type="pres">
      <dgm:prSet presAssocID="{90208DFE-0AA7-464F-81FF-D30DC0DD313F}" presName="background" presStyleLbl="node0" presStyleIdx="0" presStyleCnt="2"/>
      <dgm:spPr/>
    </dgm:pt>
    <dgm:pt modelId="{DE57F336-E372-45C7-903C-B2E2EFFE5F5F}" type="pres">
      <dgm:prSet presAssocID="{90208DFE-0AA7-464F-81FF-D30DC0DD313F}" presName="text" presStyleLbl="fgAcc0" presStyleIdx="0" presStyleCnt="2">
        <dgm:presLayoutVars>
          <dgm:chPref val="3"/>
        </dgm:presLayoutVars>
      </dgm:prSet>
      <dgm:spPr/>
    </dgm:pt>
    <dgm:pt modelId="{37A8627B-893F-46A7-8617-E8B64579A406}" type="pres">
      <dgm:prSet presAssocID="{90208DFE-0AA7-464F-81FF-D30DC0DD313F}" presName="hierChild2" presStyleCnt="0"/>
      <dgm:spPr/>
    </dgm:pt>
    <dgm:pt modelId="{536A635E-9C41-42F0-A865-A43867B0546B}" type="pres">
      <dgm:prSet presAssocID="{5154A6B6-EB67-4649-9C9E-62F2FABCDC45}" presName="hierRoot1" presStyleCnt="0"/>
      <dgm:spPr/>
    </dgm:pt>
    <dgm:pt modelId="{A8DD6C78-CB63-41F3-9B11-10E38E8B0858}" type="pres">
      <dgm:prSet presAssocID="{5154A6B6-EB67-4649-9C9E-62F2FABCDC45}" presName="composite" presStyleCnt="0"/>
      <dgm:spPr/>
    </dgm:pt>
    <dgm:pt modelId="{66BB4A4B-B379-40D1-B5C8-7E73E2C031BF}" type="pres">
      <dgm:prSet presAssocID="{5154A6B6-EB67-4649-9C9E-62F2FABCDC45}" presName="background" presStyleLbl="node0" presStyleIdx="1" presStyleCnt="2"/>
      <dgm:spPr/>
    </dgm:pt>
    <dgm:pt modelId="{77DA803B-63F7-4F41-83EA-4754E7CA9739}" type="pres">
      <dgm:prSet presAssocID="{5154A6B6-EB67-4649-9C9E-62F2FABCDC45}" presName="text" presStyleLbl="fgAcc0" presStyleIdx="1" presStyleCnt="2">
        <dgm:presLayoutVars>
          <dgm:chPref val="3"/>
        </dgm:presLayoutVars>
      </dgm:prSet>
      <dgm:spPr/>
    </dgm:pt>
    <dgm:pt modelId="{2F30D43D-E08D-4273-981B-51D68F7A28B0}" type="pres">
      <dgm:prSet presAssocID="{5154A6B6-EB67-4649-9C9E-62F2FABCDC45}" presName="hierChild2" presStyleCnt="0"/>
      <dgm:spPr/>
    </dgm:pt>
  </dgm:ptLst>
  <dgm:cxnLst>
    <dgm:cxn modelId="{DB947423-DDE1-4075-9491-EB7C4B0C628D}" srcId="{535497BC-B3D6-4455-ABC5-3C30D3C30CD7}" destId="{90208DFE-0AA7-464F-81FF-D30DC0DD313F}" srcOrd="0" destOrd="0" parTransId="{AAFAA65F-800F-468D-B606-5B9FB56699A5}" sibTransId="{9C388A26-7368-4FF6-A97F-31ABFD6BADD2}"/>
    <dgm:cxn modelId="{FE0F0F37-CFDF-4B33-9DF6-A7F2658999D8}" type="presOf" srcId="{535497BC-B3D6-4455-ABC5-3C30D3C30CD7}" destId="{6E8CE49D-106D-4E0E-AA99-DDC261234C25}" srcOrd="0" destOrd="0" presId="urn:microsoft.com/office/officeart/2005/8/layout/hierarchy1"/>
    <dgm:cxn modelId="{30E75267-2F10-4D32-9ADE-B0B6567B8676}" srcId="{535497BC-B3D6-4455-ABC5-3C30D3C30CD7}" destId="{5154A6B6-EB67-4649-9C9E-62F2FABCDC45}" srcOrd="1" destOrd="0" parTransId="{837512B3-172D-4520-ACB6-C62CA6D394A8}" sibTransId="{73558CC6-B993-4643-B5D5-A5A04DF17EC7}"/>
    <dgm:cxn modelId="{4878B14D-14D7-467F-912B-06B525E6DB23}" type="presOf" srcId="{5154A6B6-EB67-4649-9C9E-62F2FABCDC45}" destId="{77DA803B-63F7-4F41-83EA-4754E7CA9739}" srcOrd="0" destOrd="0" presId="urn:microsoft.com/office/officeart/2005/8/layout/hierarchy1"/>
    <dgm:cxn modelId="{CFE470E8-473D-459D-90E3-61FE13A1F6FF}" type="presOf" srcId="{90208DFE-0AA7-464F-81FF-D30DC0DD313F}" destId="{DE57F336-E372-45C7-903C-B2E2EFFE5F5F}" srcOrd="0" destOrd="0" presId="urn:microsoft.com/office/officeart/2005/8/layout/hierarchy1"/>
    <dgm:cxn modelId="{481816CE-47EE-4501-800F-7FE6B5C29E11}" type="presParOf" srcId="{6E8CE49D-106D-4E0E-AA99-DDC261234C25}" destId="{57B470E2-915E-44A8-9F8B-B6330C39A8AA}" srcOrd="0" destOrd="0" presId="urn:microsoft.com/office/officeart/2005/8/layout/hierarchy1"/>
    <dgm:cxn modelId="{C19A391A-7EC6-4FE6-BEC3-EB9F7882A1E0}" type="presParOf" srcId="{57B470E2-915E-44A8-9F8B-B6330C39A8AA}" destId="{95B4AF2B-3C98-49E2-9439-049AEEA5B2F1}" srcOrd="0" destOrd="0" presId="urn:microsoft.com/office/officeart/2005/8/layout/hierarchy1"/>
    <dgm:cxn modelId="{7E4E57CA-F764-44AA-AB19-C019A55BCA95}" type="presParOf" srcId="{95B4AF2B-3C98-49E2-9439-049AEEA5B2F1}" destId="{1FC701A8-7491-49CE-A71D-EE22A5D89531}" srcOrd="0" destOrd="0" presId="urn:microsoft.com/office/officeart/2005/8/layout/hierarchy1"/>
    <dgm:cxn modelId="{F45FF661-2A07-4A05-A1D7-98CD53C2A061}" type="presParOf" srcId="{95B4AF2B-3C98-49E2-9439-049AEEA5B2F1}" destId="{DE57F336-E372-45C7-903C-B2E2EFFE5F5F}" srcOrd="1" destOrd="0" presId="urn:microsoft.com/office/officeart/2005/8/layout/hierarchy1"/>
    <dgm:cxn modelId="{A489B80B-4BA0-48A5-A002-F41F55A91D85}" type="presParOf" srcId="{57B470E2-915E-44A8-9F8B-B6330C39A8AA}" destId="{37A8627B-893F-46A7-8617-E8B64579A406}" srcOrd="1" destOrd="0" presId="urn:microsoft.com/office/officeart/2005/8/layout/hierarchy1"/>
    <dgm:cxn modelId="{3F1909EA-D50F-4761-A566-FBE72D897AEF}" type="presParOf" srcId="{6E8CE49D-106D-4E0E-AA99-DDC261234C25}" destId="{536A635E-9C41-42F0-A865-A43867B0546B}" srcOrd="1" destOrd="0" presId="urn:microsoft.com/office/officeart/2005/8/layout/hierarchy1"/>
    <dgm:cxn modelId="{0752B6EC-F756-4C4F-8B2F-DD2BE3F5FBAE}" type="presParOf" srcId="{536A635E-9C41-42F0-A865-A43867B0546B}" destId="{A8DD6C78-CB63-41F3-9B11-10E38E8B0858}" srcOrd="0" destOrd="0" presId="urn:microsoft.com/office/officeart/2005/8/layout/hierarchy1"/>
    <dgm:cxn modelId="{110BEA72-7D1B-4732-8273-C00E44BA7EFC}" type="presParOf" srcId="{A8DD6C78-CB63-41F3-9B11-10E38E8B0858}" destId="{66BB4A4B-B379-40D1-B5C8-7E73E2C031BF}" srcOrd="0" destOrd="0" presId="urn:microsoft.com/office/officeart/2005/8/layout/hierarchy1"/>
    <dgm:cxn modelId="{CAF8EF21-5BEB-449E-A49C-0E182960A641}" type="presParOf" srcId="{A8DD6C78-CB63-41F3-9B11-10E38E8B0858}" destId="{77DA803B-63F7-4F41-83EA-4754E7CA9739}" srcOrd="1" destOrd="0" presId="urn:microsoft.com/office/officeart/2005/8/layout/hierarchy1"/>
    <dgm:cxn modelId="{C4B4799C-EB9A-489D-8040-601DB202FF3D}" type="presParOf" srcId="{536A635E-9C41-42F0-A865-A43867B0546B}" destId="{2F30D43D-E08D-4273-981B-51D68F7A28B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69308BF-D150-4FBF-8534-FF74984C984E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50B52D1-2403-4D02-99AB-3D8070C6EADD}">
      <dgm:prSet/>
      <dgm:spPr/>
      <dgm:t>
        <a:bodyPr/>
        <a:lstStyle/>
        <a:p>
          <a:r>
            <a:rPr lang="it-IT" b="1" dirty="0">
              <a:solidFill>
                <a:srgbClr val="FF0000"/>
              </a:solidFill>
            </a:rPr>
            <a:t>TUTTE A CASA! </a:t>
          </a:r>
          <a:r>
            <a:rPr lang="it-IT" dirty="0"/>
            <a:t>L’IMPERO HA BISOGNO DI NUOVI SUDDITI! LE DONNE DEVONO STARE A CASA E FARE FIGLI</a:t>
          </a:r>
          <a:endParaRPr lang="en-US" dirty="0"/>
        </a:p>
      </dgm:t>
    </dgm:pt>
    <dgm:pt modelId="{485B6B4F-0235-412F-8E76-E252EED17DBE}" type="parTrans" cxnId="{138B08D6-1571-482B-8C7A-BF3B35D135F9}">
      <dgm:prSet/>
      <dgm:spPr/>
      <dgm:t>
        <a:bodyPr/>
        <a:lstStyle/>
        <a:p>
          <a:endParaRPr lang="en-US"/>
        </a:p>
      </dgm:t>
    </dgm:pt>
    <dgm:pt modelId="{C1E25E0E-5245-4A3D-BAE9-DAF405268F76}" type="sibTrans" cxnId="{138B08D6-1571-482B-8C7A-BF3B35D135F9}">
      <dgm:prSet/>
      <dgm:spPr/>
      <dgm:t>
        <a:bodyPr/>
        <a:lstStyle/>
        <a:p>
          <a:endParaRPr lang="en-US"/>
        </a:p>
      </dgm:t>
    </dgm:pt>
    <dgm:pt modelId="{EE860C4A-5BEF-46F5-B73C-7D3DAC64CE06}">
      <dgm:prSet/>
      <dgm:spPr/>
      <dgm:t>
        <a:bodyPr/>
        <a:lstStyle/>
        <a:p>
          <a:r>
            <a:rPr lang="it-IT"/>
            <a:t>UNA LEGGE DEL 1938 STABILISCE CHE IL PERSONALE FEMMINILE NEGLI UFFICI PUBBLICINON DEVE SUPERARE IL 10%</a:t>
          </a:r>
          <a:endParaRPr lang="en-US"/>
        </a:p>
      </dgm:t>
    </dgm:pt>
    <dgm:pt modelId="{ECA4F971-E281-446E-87FE-4C577700DFFE}" type="parTrans" cxnId="{B3C8A838-1BDD-4A5E-B151-22E8A9356475}">
      <dgm:prSet/>
      <dgm:spPr/>
      <dgm:t>
        <a:bodyPr/>
        <a:lstStyle/>
        <a:p>
          <a:endParaRPr lang="en-US"/>
        </a:p>
      </dgm:t>
    </dgm:pt>
    <dgm:pt modelId="{26310C34-DFE9-4D74-A461-230076E1CA0D}" type="sibTrans" cxnId="{B3C8A838-1BDD-4A5E-B151-22E8A9356475}">
      <dgm:prSet/>
      <dgm:spPr/>
      <dgm:t>
        <a:bodyPr/>
        <a:lstStyle/>
        <a:p>
          <a:endParaRPr lang="en-US"/>
        </a:p>
      </dgm:t>
    </dgm:pt>
    <dgm:pt modelId="{45147116-39F8-47FB-B354-B5CEA9088DA7}" type="pres">
      <dgm:prSet presAssocID="{C69308BF-D150-4FBF-8534-FF74984C984E}" presName="vert0" presStyleCnt="0">
        <dgm:presLayoutVars>
          <dgm:dir/>
          <dgm:animOne val="branch"/>
          <dgm:animLvl val="lvl"/>
        </dgm:presLayoutVars>
      </dgm:prSet>
      <dgm:spPr/>
    </dgm:pt>
    <dgm:pt modelId="{FAE349ED-9678-4679-8D68-BA5EC92EB95B}" type="pres">
      <dgm:prSet presAssocID="{A50B52D1-2403-4D02-99AB-3D8070C6EADD}" presName="thickLine" presStyleLbl="alignNode1" presStyleIdx="0" presStyleCnt="2"/>
      <dgm:spPr/>
    </dgm:pt>
    <dgm:pt modelId="{2A69FCAD-1D61-4449-80AD-56A8742697A2}" type="pres">
      <dgm:prSet presAssocID="{A50B52D1-2403-4D02-99AB-3D8070C6EADD}" presName="horz1" presStyleCnt="0"/>
      <dgm:spPr/>
    </dgm:pt>
    <dgm:pt modelId="{46EDCE21-4496-4A90-9AA5-DFD0F3D1D69B}" type="pres">
      <dgm:prSet presAssocID="{A50B52D1-2403-4D02-99AB-3D8070C6EADD}" presName="tx1" presStyleLbl="revTx" presStyleIdx="0" presStyleCnt="2"/>
      <dgm:spPr/>
    </dgm:pt>
    <dgm:pt modelId="{E8973E00-5A9F-4A45-A586-5E710102B229}" type="pres">
      <dgm:prSet presAssocID="{A50B52D1-2403-4D02-99AB-3D8070C6EADD}" presName="vert1" presStyleCnt="0"/>
      <dgm:spPr/>
    </dgm:pt>
    <dgm:pt modelId="{F07A2F71-35EF-44CF-AD7A-8F2117A2D869}" type="pres">
      <dgm:prSet presAssocID="{EE860C4A-5BEF-46F5-B73C-7D3DAC64CE06}" presName="thickLine" presStyleLbl="alignNode1" presStyleIdx="1" presStyleCnt="2"/>
      <dgm:spPr/>
    </dgm:pt>
    <dgm:pt modelId="{8B132D3C-CA02-4DD3-98EB-C026457A456F}" type="pres">
      <dgm:prSet presAssocID="{EE860C4A-5BEF-46F5-B73C-7D3DAC64CE06}" presName="horz1" presStyleCnt="0"/>
      <dgm:spPr/>
    </dgm:pt>
    <dgm:pt modelId="{76863A94-730F-441D-BDCB-ABC255C4B221}" type="pres">
      <dgm:prSet presAssocID="{EE860C4A-5BEF-46F5-B73C-7D3DAC64CE06}" presName="tx1" presStyleLbl="revTx" presStyleIdx="1" presStyleCnt="2"/>
      <dgm:spPr/>
    </dgm:pt>
    <dgm:pt modelId="{6AEDEA5D-0554-4C0C-89B7-13DE8CD39A77}" type="pres">
      <dgm:prSet presAssocID="{EE860C4A-5BEF-46F5-B73C-7D3DAC64CE06}" presName="vert1" presStyleCnt="0"/>
      <dgm:spPr/>
    </dgm:pt>
  </dgm:ptLst>
  <dgm:cxnLst>
    <dgm:cxn modelId="{3D258E20-EE78-4FF8-84FF-5BC4B09E0580}" type="presOf" srcId="{C69308BF-D150-4FBF-8534-FF74984C984E}" destId="{45147116-39F8-47FB-B354-B5CEA9088DA7}" srcOrd="0" destOrd="0" presId="urn:microsoft.com/office/officeart/2008/layout/LinedList"/>
    <dgm:cxn modelId="{B3C8A838-1BDD-4A5E-B151-22E8A9356475}" srcId="{C69308BF-D150-4FBF-8534-FF74984C984E}" destId="{EE860C4A-5BEF-46F5-B73C-7D3DAC64CE06}" srcOrd="1" destOrd="0" parTransId="{ECA4F971-E281-446E-87FE-4C577700DFFE}" sibTransId="{26310C34-DFE9-4D74-A461-230076E1CA0D}"/>
    <dgm:cxn modelId="{FFC9A1B2-4207-4120-B29A-777DBBF80F91}" type="presOf" srcId="{EE860C4A-5BEF-46F5-B73C-7D3DAC64CE06}" destId="{76863A94-730F-441D-BDCB-ABC255C4B221}" srcOrd="0" destOrd="0" presId="urn:microsoft.com/office/officeart/2008/layout/LinedList"/>
    <dgm:cxn modelId="{138B08D6-1571-482B-8C7A-BF3B35D135F9}" srcId="{C69308BF-D150-4FBF-8534-FF74984C984E}" destId="{A50B52D1-2403-4D02-99AB-3D8070C6EADD}" srcOrd="0" destOrd="0" parTransId="{485B6B4F-0235-412F-8E76-E252EED17DBE}" sibTransId="{C1E25E0E-5245-4A3D-BAE9-DAF405268F76}"/>
    <dgm:cxn modelId="{048AB6D7-7967-44D3-B84B-8F310507E3BC}" type="presOf" srcId="{A50B52D1-2403-4D02-99AB-3D8070C6EADD}" destId="{46EDCE21-4496-4A90-9AA5-DFD0F3D1D69B}" srcOrd="0" destOrd="0" presId="urn:microsoft.com/office/officeart/2008/layout/LinedList"/>
    <dgm:cxn modelId="{559A6DEC-07BD-471F-AEC5-D48E8409E178}" type="presParOf" srcId="{45147116-39F8-47FB-B354-B5CEA9088DA7}" destId="{FAE349ED-9678-4679-8D68-BA5EC92EB95B}" srcOrd="0" destOrd="0" presId="urn:microsoft.com/office/officeart/2008/layout/LinedList"/>
    <dgm:cxn modelId="{1DC39E96-BBB6-4893-9F86-D5D6025C6CE7}" type="presParOf" srcId="{45147116-39F8-47FB-B354-B5CEA9088DA7}" destId="{2A69FCAD-1D61-4449-80AD-56A8742697A2}" srcOrd="1" destOrd="0" presId="urn:microsoft.com/office/officeart/2008/layout/LinedList"/>
    <dgm:cxn modelId="{1D8CD5F5-3190-4904-BFF4-E3D0BC6604F8}" type="presParOf" srcId="{2A69FCAD-1D61-4449-80AD-56A8742697A2}" destId="{46EDCE21-4496-4A90-9AA5-DFD0F3D1D69B}" srcOrd="0" destOrd="0" presId="urn:microsoft.com/office/officeart/2008/layout/LinedList"/>
    <dgm:cxn modelId="{C528F4FA-074B-42DA-8B77-337DF93F1083}" type="presParOf" srcId="{2A69FCAD-1D61-4449-80AD-56A8742697A2}" destId="{E8973E00-5A9F-4A45-A586-5E710102B229}" srcOrd="1" destOrd="0" presId="urn:microsoft.com/office/officeart/2008/layout/LinedList"/>
    <dgm:cxn modelId="{5583AF89-CF10-4171-9E6F-91A741739162}" type="presParOf" srcId="{45147116-39F8-47FB-B354-B5CEA9088DA7}" destId="{F07A2F71-35EF-44CF-AD7A-8F2117A2D869}" srcOrd="2" destOrd="0" presId="urn:microsoft.com/office/officeart/2008/layout/LinedList"/>
    <dgm:cxn modelId="{28FCE01A-8FCB-4615-AC85-9D948DE26FFA}" type="presParOf" srcId="{45147116-39F8-47FB-B354-B5CEA9088DA7}" destId="{8B132D3C-CA02-4DD3-98EB-C026457A456F}" srcOrd="3" destOrd="0" presId="urn:microsoft.com/office/officeart/2008/layout/LinedList"/>
    <dgm:cxn modelId="{3A70D8C1-96BE-4A6B-9FD5-871552A6E669}" type="presParOf" srcId="{8B132D3C-CA02-4DD3-98EB-C026457A456F}" destId="{76863A94-730F-441D-BDCB-ABC255C4B221}" srcOrd="0" destOrd="0" presId="urn:microsoft.com/office/officeart/2008/layout/LinedList"/>
    <dgm:cxn modelId="{ACD01D17-2A9E-4B96-9635-F3CD328A1531}" type="presParOf" srcId="{8B132D3C-CA02-4DD3-98EB-C026457A456F}" destId="{6AEDEA5D-0554-4C0C-89B7-13DE8CD39A7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DA86CC8-4D2D-4F62-87CB-8184B41C4AF3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7B0B1C4-85A5-46D1-A942-3D82257F1D88}">
      <dgm:prSet/>
      <dgm:spPr/>
      <dgm:t>
        <a:bodyPr/>
        <a:lstStyle/>
        <a:p>
          <a:r>
            <a:rPr lang="it-IT"/>
            <a:t>IN TUTTO IL MONDO LA STESSA COSA..</a:t>
          </a:r>
          <a:endParaRPr lang="en-US"/>
        </a:p>
      </dgm:t>
    </dgm:pt>
    <dgm:pt modelId="{1A87FA0C-A862-46AC-A21E-D2ABA940568C}" type="parTrans" cxnId="{75CC87C4-E39C-4602-9345-01A2B75D5F8C}">
      <dgm:prSet/>
      <dgm:spPr/>
      <dgm:t>
        <a:bodyPr/>
        <a:lstStyle/>
        <a:p>
          <a:endParaRPr lang="en-US"/>
        </a:p>
      </dgm:t>
    </dgm:pt>
    <dgm:pt modelId="{7A2BF7AE-F21E-4433-BCD0-088ACCE73EBF}" type="sibTrans" cxnId="{75CC87C4-E39C-4602-9345-01A2B75D5F8C}">
      <dgm:prSet/>
      <dgm:spPr/>
      <dgm:t>
        <a:bodyPr/>
        <a:lstStyle/>
        <a:p>
          <a:endParaRPr lang="en-US"/>
        </a:p>
      </dgm:t>
    </dgm:pt>
    <dgm:pt modelId="{2D9EE33D-4449-4710-8148-DD826ACB001F}">
      <dgm:prSet/>
      <dgm:spPr/>
      <dgm:t>
        <a:bodyPr/>
        <a:lstStyle/>
        <a:p>
          <a:r>
            <a:rPr lang="it-IT"/>
            <a:t>LE DONNE PASSANO MOLTE ORE A FARE LAVORI NON RETRIBUITI</a:t>
          </a:r>
          <a:endParaRPr lang="en-US"/>
        </a:p>
      </dgm:t>
    </dgm:pt>
    <dgm:pt modelId="{E50307AE-5E87-4F2A-B9A5-BBA0EB2FA606}" type="parTrans" cxnId="{EC2249FD-4781-4939-BA59-D8D185126F17}">
      <dgm:prSet/>
      <dgm:spPr/>
      <dgm:t>
        <a:bodyPr/>
        <a:lstStyle/>
        <a:p>
          <a:endParaRPr lang="en-US"/>
        </a:p>
      </dgm:t>
    </dgm:pt>
    <dgm:pt modelId="{A1431CE7-CFEF-4CE6-9C56-6EFF330CF9A8}" type="sibTrans" cxnId="{EC2249FD-4781-4939-BA59-D8D185126F17}">
      <dgm:prSet/>
      <dgm:spPr/>
      <dgm:t>
        <a:bodyPr/>
        <a:lstStyle/>
        <a:p>
          <a:endParaRPr lang="en-US"/>
        </a:p>
      </dgm:t>
    </dgm:pt>
    <dgm:pt modelId="{E86F1BC4-9922-4860-B6CD-EC306F9CB4A6}" type="pres">
      <dgm:prSet presAssocID="{6DA86CC8-4D2D-4F62-87CB-8184B41C4AF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7755F41-53EE-4D11-BD11-A57361BB61D3}" type="pres">
      <dgm:prSet presAssocID="{27B0B1C4-85A5-46D1-A942-3D82257F1D88}" presName="hierRoot1" presStyleCnt="0"/>
      <dgm:spPr/>
    </dgm:pt>
    <dgm:pt modelId="{44C127BF-07AA-4AFE-BC0E-3D1FB015AAAA}" type="pres">
      <dgm:prSet presAssocID="{27B0B1C4-85A5-46D1-A942-3D82257F1D88}" presName="composite" presStyleCnt="0"/>
      <dgm:spPr/>
    </dgm:pt>
    <dgm:pt modelId="{47F590A5-7BEB-47F3-886E-404A34967C2D}" type="pres">
      <dgm:prSet presAssocID="{27B0B1C4-85A5-46D1-A942-3D82257F1D88}" presName="background" presStyleLbl="node0" presStyleIdx="0" presStyleCnt="2"/>
      <dgm:spPr/>
    </dgm:pt>
    <dgm:pt modelId="{08DF9E4A-2DC2-4464-A49F-D4A8FE3E6D63}" type="pres">
      <dgm:prSet presAssocID="{27B0B1C4-85A5-46D1-A942-3D82257F1D88}" presName="text" presStyleLbl="fgAcc0" presStyleIdx="0" presStyleCnt="2">
        <dgm:presLayoutVars>
          <dgm:chPref val="3"/>
        </dgm:presLayoutVars>
      </dgm:prSet>
      <dgm:spPr/>
    </dgm:pt>
    <dgm:pt modelId="{719E3B22-B15D-46DF-A499-3FF65C32730A}" type="pres">
      <dgm:prSet presAssocID="{27B0B1C4-85A5-46D1-A942-3D82257F1D88}" presName="hierChild2" presStyleCnt="0"/>
      <dgm:spPr/>
    </dgm:pt>
    <dgm:pt modelId="{B6BD8A53-D973-4F61-A52B-EE4A9DB7A88C}" type="pres">
      <dgm:prSet presAssocID="{2D9EE33D-4449-4710-8148-DD826ACB001F}" presName="hierRoot1" presStyleCnt="0"/>
      <dgm:spPr/>
    </dgm:pt>
    <dgm:pt modelId="{1468C29F-9A06-4FD9-AA77-04A3C1CCF537}" type="pres">
      <dgm:prSet presAssocID="{2D9EE33D-4449-4710-8148-DD826ACB001F}" presName="composite" presStyleCnt="0"/>
      <dgm:spPr/>
    </dgm:pt>
    <dgm:pt modelId="{3C9863A3-328F-4AE1-BB95-29064E89D4D6}" type="pres">
      <dgm:prSet presAssocID="{2D9EE33D-4449-4710-8148-DD826ACB001F}" presName="background" presStyleLbl="node0" presStyleIdx="1" presStyleCnt="2"/>
      <dgm:spPr/>
    </dgm:pt>
    <dgm:pt modelId="{35098C05-57EC-4518-BC7B-50517C37905B}" type="pres">
      <dgm:prSet presAssocID="{2D9EE33D-4449-4710-8148-DD826ACB001F}" presName="text" presStyleLbl="fgAcc0" presStyleIdx="1" presStyleCnt="2">
        <dgm:presLayoutVars>
          <dgm:chPref val="3"/>
        </dgm:presLayoutVars>
      </dgm:prSet>
      <dgm:spPr/>
    </dgm:pt>
    <dgm:pt modelId="{B59BE53C-4704-4EBC-96DB-3B04B8F6734E}" type="pres">
      <dgm:prSet presAssocID="{2D9EE33D-4449-4710-8148-DD826ACB001F}" presName="hierChild2" presStyleCnt="0"/>
      <dgm:spPr/>
    </dgm:pt>
  </dgm:ptLst>
  <dgm:cxnLst>
    <dgm:cxn modelId="{1D40CD2E-9D8A-4DB4-B471-BF6AB898D0EB}" type="presOf" srcId="{27B0B1C4-85A5-46D1-A942-3D82257F1D88}" destId="{08DF9E4A-2DC2-4464-A49F-D4A8FE3E6D63}" srcOrd="0" destOrd="0" presId="urn:microsoft.com/office/officeart/2005/8/layout/hierarchy1"/>
    <dgm:cxn modelId="{77A50968-9F22-49A3-8CDF-C14B3BD555D4}" type="presOf" srcId="{2D9EE33D-4449-4710-8148-DD826ACB001F}" destId="{35098C05-57EC-4518-BC7B-50517C37905B}" srcOrd="0" destOrd="0" presId="urn:microsoft.com/office/officeart/2005/8/layout/hierarchy1"/>
    <dgm:cxn modelId="{E050AB80-3F85-4525-839D-F59C6DB5EE73}" type="presOf" srcId="{6DA86CC8-4D2D-4F62-87CB-8184B41C4AF3}" destId="{E86F1BC4-9922-4860-B6CD-EC306F9CB4A6}" srcOrd="0" destOrd="0" presId="urn:microsoft.com/office/officeart/2005/8/layout/hierarchy1"/>
    <dgm:cxn modelId="{75CC87C4-E39C-4602-9345-01A2B75D5F8C}" srcId="{6DA86CC8-4D2D-4F62-87CB-8184B41C4AF3}" destId="{27B0B1C4-85A5-46D1-A942-3D82257F1D88}" srcOrd="0" destOrd="0" parTransId="{1A87FA0C-A862-46AC-A21E-D2ABA940568C}" sibTransId="{7A2BF7AE-F21E-4433-BCD0-088ACCE73EBF}"/>
    <dgm:cxn modelId="{EC2249FD-4781-4939-BA59-D8D185126F17}" srcId="{6DA86CC8-4D2D-4F62-87CB-8184B41C4AF3}" destId="{2D9EE33D-4449-4710-8148-DD826ACB001F}" srcOrd="1" destOrd="0" parTransId="{E50307AE-5E87-4F2A-B9A5-BBA0EB2FA606}" sibTransId="{A1431CE7-CFEF-4CE6-9C56-6EFF330CF9A8}"/>
    <dgm:cxn modelId="{399A2711-DE96-40B8-9116-5F89C0E68F33}" type="presParOf" srcId="{E86F1BC4-9922-4860-B6CD-EC306F9CB4A6}" destId="{F7755F41-53EE-4D11-BD11-A57361BB61D3}" srcOrd="0" destOrd="0" presId="urn:microsoft.com/office/officeart/2005/8/layout/hierarchy1"/>
    <dgm:cxn modelId="{205395F5-0EA3-4CE4-9178-5D9115F14574}" type="presParOf" srcId="{F7755F41-53EE-4D11-BD11-A57361BB61D3}" destId="{44C127BF-07AA-4AFE-BC0E-3D1FB015AAAA}" srcOrd="0" destOrd="0" presId="urn:microsoft.com/office/officeart/2005/8/layout/hierarchy1"/>
    <dgm:cxn modelId="{3504AFC3-64CA-4238-BD1C-C6DE634C968B}" type="presParOf" srcId="{44C127BF-07AA-4AFE-BC0E-3D1FB015AAAA}" destId="{47F590A5-7BEB-47F3-886E-404A34967C2D}" srcOrd="0" destOrd="0" presId="urn:microsoft.com/office/officeart/2005/8/layout/hierarchy1"/>
    <dgm:cxn modelId="{3EE23243-D115-4036-901C-6E0D28B68B38}" type="presParOf" srcId="{44C127BF-07AA-4AFE-BC0E-3D1FB015AAAA}" destId="{08DF9E4A-2DC2-4464-A49F-D4A8FE3E6D63}" srcOrd="1" destOrd="0" presId="urn:microsoft.com/office/officeart/2005/8/layout/hierarchy1"/>
    <dgm:cxn modelId="{9A177EE4-2717-45C0-95D4-DB30272E1876}" type="presParOf" srcId="{F7755F41-53EE-4D11-BD11-A57361BB61D3}" destId="{719E3B22-B15D-46DF-A499-3FF65C32730A}" srcOrd="1" destOrd="0" presId="urn:microsoft.com/office/officeart/2005/8/layout/hierarchy1"/>
    <dgm:cxn modelId="{63F9ACEC-6A67-40AC-8DF8-89CCCEF4DFF3}" type="presParOf" srcId="{E86F1BC4-9922-4860-B6CD-EC306F9CB4A6}" destId="{B6BD8A53-D973-4F61-A52B-EE4A9DB7A88C}" srcOrd="1" destOrd="0" presId="urn:microsoft.com/office/officeart/2005/8/layout/hierarchy1"/>
    <dgm:cxn modelId="{41CD56DB-3B0E-465D-A00A-CCE39A1BF5BF}" type="presParOf" srcId="{B6BD8A53-D973-4F61-A52B-EE4A9DB7A88C}" destId="{1468C29F-9A06-4FD9-AA77-04A3C1CCF537}" srcOrd="0" destOrd="0" presId="urn:microsoft.com/office/officeart/2005/8/layout/hierarchy1"/>
    <dgm:cxn modelId="{35EEDDDE-5EC4-487B-8F5D-DFA0D99602D6}" type="presParOf" srcId="{1468C29F-9A06-4FD9-AA77-04A3C1CCF537}" destId="{3C9863A3-328F-4AE1-BB95-29064E89D4D6}" srcOrd="0" destOrd="0" presId="urn:microsoft.com/office/officeart/2005/8/layout/hierarchy1"/>
    <dgm:cxn modelId="{603E95E4-C466-430E-BF26-8C82C6B26E0B}" type="presParOf" srcId="{1468C29F-9A06-4FD9-AA77-04A3C1CCF537}" destId="{35098C05-57EC-4518-BC7B-50517C37905B}" srcOrd="1" destOrd="0" presId="urn:microsoft.com/office/officeart/2005/8/layout/hierarchy1"/>
    <dgm:cxn modelId="{DB761ADE-9529-4DFB-941E-8C90FB8060A6}" type="presParOf" srcId="{B6BD8A53-D973-4F61-A52B-EE4A9DB7A88C}" destId="{B59BE53C-4704-4EBC-96DB-3B04B8F6734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761436-4E26-4357-93DB-58890EE7A0FE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2F9A77-4775-42C7-A4AD-012C61E64131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/>
            <a:t>QUANTO HANNO CONTRIBUITO LE DONNE CON IL LORO LAVORO SOMMERSO A CREARE LA RICCHEZZA DELLE NAZIONI?</a:t>
          </a:r>
          <a:endParaRPr lang="en-US" sz="2000" kern="1200"/>
        </a:p>
      </dsp:txBody>
      <dsp:txXfrm>
        <a:off x="398656" y="1088253"/>
        <a:ext cx="2959127" cy="1837317"/>
      </dsp:txXfrm>
    </dsp:sp>
    <dsp:sp modelId="{AA489064-DCD2-42EF-B263-BEB0C87FCD37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C1C45-DE10-4985-AA80-7A1F0D57DB36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/>
            <a:t>QUANTO VALE IL LAVORO NON REMUNERATO DELLE DONNE?</a:t>
          </a:r>
          <a:endParaRPr lang="en-US" sz="2000" kern="1200"/>
        </a:p>
      </dsp:txBody>
      <dsp:txXfrm>
        <a:off x="4155097" y="1088253"/>
        <a:ext cx="2959127" cy="1837317"/>
      </dsp:txXfrm>
    </dsp:sp>
    <dsp:sp modelId="{CFDD704E-7963-439D-BAEF-5B0075BD45E6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37E581-F9B3-4B9A-8F21-4F1F1FB72709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/>
            <a:t>COSA ACCADREBBE SE QUESTO LAVORO FOSSE REMUNERATO?</a:t>
          </a:r>
          <a:endParaRPr lang="en-US" sz="2000" kern="1200"/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E46537-6E83-477A-B707-C467D5D9B708}">
      <dsp:nvSpPr>
        <dsp:cNvPr id="0" name=""/>
        <dsp:cNvSpPr/>
      </dsp:nvSpPr>
      <dsp:spPr>
        <a:xfrm>
          <a:off x="0" y="822199"/>
          <a:ext cx="6666833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AD433D-CC56-4043-9421-AF7BC33E73D0}">
      <dsp:nvSpPr>
        <dsp:cNvPr id="0" name=""/>
        <dsp:cNvSpPr/>
      </dsp:nvSpPr>
      <dsp:spPr>
        <a:xfrm>
          <a:off x="333341" y="438439"/>
          <a:ext cx="4666783" cy="7675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/>
            <a:t>LE DONNE FACEVANO 3 LAVORI</a:t>
          </a:r>
          <a:endParaRPr lang="en-US" sz="2600" kern="1200"/>
        </a:p>
      </dsp:txBody>
      <dsp:txXfrm>
        <a:off x="370808" y="475906"/>
        <a:ext cx="4591849" cy="692586"/>
      </dsp:txXfrm>
    </dsp:sp>
    <dsp:sp modelId="{96D93470-03E6-4F05-AD73-306B88BD6B85}">
      <dsp:nvSpPr>
        <dsp:cNvPr id="0" name=""/>
        <dsp:cNvSpPr/>
      </dsp:nvSpPr>
      <dsp:spPr>
        <a:xfrm>
          <a:off x="0" y="2001559"/>
          <a:ext cx="6666833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A0D33D-D9FE-403A-9A2B-A9B2C90B3F97}">
      <dsp:nvSpPr>
        <dsp:cNvPr id="0" name=""/>
        <dsp:cNvSpPr/>
      </dsp:nvSpPr>
      <dsp:spPr>
        <a:xfrm>
          <a:off x="333341" y="1617799"/>
          <a:ext cx="4666783" cy="767520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/>
            <a:t>IN CAMPAGNA;</a:t>
          </a:r>
          <a:endParaRPr lang="en-US" sz="2600" kern="1200"/>
        </a:p>
      </dsp:txBody>
      <dsp:txXfrm>
        <a:off x="370808" y="1655266"/>
        <a:ext cx="4591849" cy="692586"/>
      </dsp:txXfrm>
    </dsp:sp>
    <dsp:sp modelId="{DEA62EFD-5B3B-479E-B6D4-2BA12556A146}">
      <dsp:nvSpPr>
        <dsp:cNvPr id="0" name=""/>
        <dsp:cNvSpPr/>
      </dsp:nvSpPr>
      <dsp:spPr>
        <a:xfrm>
          <a:off x="0" y="3180920"/>
          <a:ext cx="6666833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73B04A-1FD1-4E97-9013-8416251EB9B3}">
      <dsp:nvSpPr>
        <dsp:cNvPr id="0" name=""/>
        <dsp:cNvSpPr/>
      </dsp:nvSpPr>
      <dsp:spPr>
        <a:xfrm>
          <a:off x="333341" y="2797160"/>
          <a:ext cx="4666783" cy="767520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/>
            <a:t>NELLA FILATURA;</a:t>
          </a:r>
          <a:endParaRPr lang="en-US" sz="2600" kern="1200"/>
        </a:p>
      </dsp:txBody>
      <dsp:txXfrm>
        <a:off x="370808" y="2834627"/>
        <a:ext cx="4591849" cy="692586"/>
      </dsp:txXfrm>
    </dsp:sp>
    <dsp:sp modelId="{1A4F2EA1-DB30-4A8A-8F07-FECFB2FE766E}">
      <dsp:nvSpPr>
        <dsp:cNvPr id="0" name=""/>
        <dsp:cNvSpPr/>
      </dsp:nvSpPr>
      <dsp:spPr>
        <a:xfrm>
          <a:off x="0" y="4360280"/>
          <a:ext cx="6666833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2A7BFB-2C5E-4E4F-BDC9-44390030B014}">
      <dsp:nvSpPr>
        <dsp:cNvPr id="0" name=""/>
        <dsp:cNvSpPr/>
      </dsp:nvSpPr>
      <dsp:spPr>
        <a:xfrm>
          <a:off x="333341" y="3976520"/>
          <a:ext cx="4666783" cy="76752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/>
            <a:t>IN CASA</a:t>
          </a:r>
          <a:endParaRPr lang="en-US" sz="2600" kern="1200"/>
        </a:p>
      </dsp:txBody>
      <dsp:txXfrm>
        <a:off x="370808" y="4013987"/>
        <a:ext cx="4591849" cy="6925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07FC92-CB34-4B21-A185-FB9E12DA271A}">
      <dsp:nvSpPr>
        <dsp:cNvPr id="0" name=""/>
        <dsp:cNvSpPr/>
      </dsp:nvSpPr>
      <dsp:spPr>
        <a:xfrm>
          <a:off x="0" y="297620"/>
          <a:ext cx="6666833" cy="115202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CHI GUADAGNA DA TUTTO QUESTO?</a:t>
          </a:r>
          <a:endParaRPr lang="en-US" sz="2900" kern="1200"/>
        </a:p>
      </dsp:txBody>
      <dsp:txXfrm>
        <a:off x="56237" y="353857"/>
        <a:ext cx="6554359" cy="1039555"/>
      </dsp:txXfrm>
    </dsp:sp>
    <dsp:sp modelId="{1420F8FB-F51C-47C0-AAC2-4B37A19EA877}">
      <dsp:nvSpPr>
        <dsp:cNvPr id="0" name=""/>
        <dsp:cNvSpPr/>
      </dsp:nvSpPr>
      <dsp:spPr>
        <a:xfrm>
          <a:off x="0" y="1533170"/>
          <a:ext cx="6666833" cy="1152029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GLI IMPRENDITORI POTEVANO CONTARE SU UN LAVORO A BASSO COSTO.</a:t>
          </a:r>
          <a:endParaRPr lang="en-US" sz="2900" kern="1200"/>
        </a:p>
      </dsp:txBody>
      <dsp:txXfrm>
        <a:off x="56237" y="1589407"/>
        <a:ext cx="6554359" cy="1039555"/>
      </dsp:txXfrm>
    </dsp:sp>
    <dsp:sp modelId="{C487EB8C-01C4-48C6-A6E0-48EDA538AC6B}">
      <dsp:nvSpPr>
        <dsp:cNvPr id="0" name=""/>
        <dsp:cNvSpPr/>
      </dsp:nvSpPr>
      <dsp:spPr>
        <a:xfrm>
          <a:off x="0" y="2768720"/>
          <a:ext cx="6666833" cy="1152029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QUESTO HA AUMENTATO LA COMPETITIVITA’ DELLE IMPRESE ITALIANE</a:t>
          </a:r>
          <a:endParaRPr lang="en-US" sz="2900" kern="1200"/>
        </a:p>
      </dsp:txBody>
      <dsp:txXfrm>
        <a:off x="56237" y="2824957"/>
        <a:ext cx="6554359" cy="1039555"/>
      </dsp:txXfrm>
    </dsp:sp>
    <dsp:sp modelId="{9BEAFA50-AAB6-4B68-9F38-FA0A71EE4224}">
      <dsp:nvSpPr>
        <dsp:cNvPr id="0" name=""/>
        <dsp:cNvSpPr/>
      </dsp:nvSpPr>
      <dsp:spPr>
        <a:xfrm>
          <a:off x="0" y="4004269"/>
          <a:ext cx="6666833" cy="1152029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SULLE SPALLE DELLE DONNE</a:t>
          </a:r>
          <a:endParaRPr lang="en-US" sz="2900" kern="1200"/>
        </a:p>
      </dsp:txBody>
      <dsp:txXfrm>
        <a:off x="56237" y="4060506"/>
        <a:ext cx="6554359" cy="10395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D65FA-94FF-41EC-9400-A372EF6F63A0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0A1EDC-BF43-41C8-B9DB-1D25AB4BA64C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600" kern="1200"/>
            <a:t>DI SUPPORTO AL BASSO SALARIO MASCHILE; </a:t>
          </a:r>
          <a:endParaRPr lang="en-US" sz="3600" kern="1200"/>
        </a:p>
      </dsp:txBody>
      <dsp:txXfrm>
        <a:off x="0" y="2663"/>
        <a:ext cx="6666833" cy="1816197"/>
      </dsp:txXfrm>
    </dsp:sp>
    <dsp:sp modelId="{4C2E0292-CB7C-4B9D-8160-5C2BFAAFD0D1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7033E2-F4F2-487F-9CE1-FDA1E9D536B2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600" kern="1200"/>
            <a:t>SPESSO CONSIDERATO COME UNA ATTIVITA’ IN ATTESA DI UN MATRIMONIO;</a:t>
          </a:r>
          <a:endParaRPr lang="en-US" sz="3600" kern="1200"/>
        </a:p>
      </dsp:txBody>
      <dsp:txXfrm>
        <a:off x="0" y="1818861"/>
        <a:ext cx="6666833" cy="1816197"/>
      </dsp:txXfrm>
    </dsp:sp>
    <dsp:sp modelId="{F594F795-FE63-436B-9D91-98EEC6D45A6C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A16715-A576-43B1-AE70-E795A7BF230A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600" kern="1200"/>
            <a:t>PAGATO ½ RISPETTO A QUELLO DEGLI UOMINI</a:t>
          </a:r>
          <a:endParaRPr lang="en-US" sz="3600" kern="1200"/>
        </a:p>
      </dsp:txBody>
      <dsp:txXfrm>
        <a:off x="0" y="3635058"/>
        <a:ext cx="6666833" cy="18161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C701A8-7491-49CE-A71D-EE22A5D89531}">
      <dsp:nvSpPr>
        <dsp:cNvPr id="0" name=""/>
        <dsp:cNvSpPr/>
      </dsp:nvSpPr>
      <dsp:spPr>
        <a:xfrm>
          <a:off x="1283" y="314546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7F336-E372-45C7-903C-B2E2EFFE5F5F}">
      <dsp:nvSpPr>
        <dsp:cNvPr id="0" name=""/>
        <dsp:cNvSpPr/>
      </dsp:nvSpPr>
      <dsp:spPr>
        <a:xfrm>
          <a:off x="501904" y="790136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700" kern="1200"/>
            <a:t>LA FABBRICA DIVIENE PIU’ STRUTTURATA:</a:t>
          </a:r>
          <a:endParaRPr lang="en-US" sz="3700" kern="1200"/>
        </a:p>
      </dsp:txBody>
      <dsp:txXfrm>
        <a:off x="585701" y="873933"/>
        <a:ext cx="4337991" cy="2693452"/>
      </dsp:txXfrm>
    </dsp:sp>
    <dsp:sp modelId="{66BB4A4B-B379-40D1-B5C8-7E73E2C031BF}">
      <dsp:nvSpPr>
        <dsp:cNvPr id="0" name=""/>
        <dsp:cNvSpPr/>
      </dsp:nvSpPr>
      <dsp:spPr>
        <a:xfrm>
          <a:off x="5508110" y="314546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DA803B-63F7-4F41-83EA-4754E7CA9739}">
      <dsp:nvSpPr>
        <dsp:cNvPr id="0" name=""/>
        <dsp:cNvSpPr/>
      </dsp:nvSpPr>
      <dsp:spPr>
        <a:xfrm>
          <a:off x="6008730" y="790136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700" kern="1200"/>
            <a:t>SI ASSISTE AD UNA DIMINUZIONE DELLA PARTECIPAZIONE FEMMINILE!</a:t>
          </a:r>
          <a:endParaRPr lang="en-US" sz="3700" kern="1200"/>
        </a:p>
      </dsp:txBody>
      <dsp:txXfrm>
        <a:off x="6092527" y="873933"/>
        <a:ext cx="4337991" cy="26934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349ED-9678-4679-8D68-BA5EC92EB95B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EDCE21-4496-4A90-9AA5-DFD0F3D1D69B}">
      <dsp:nvSpPr>
        <dsp:cNvPr id="0" name=""/>
        <dsp:cNvSpPr/>
      </dsp:nvSpPr>
      <dsp:spPr>
        <a:xfrm>
          <a:off x="0" y="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700" b="1" kern="1200" dirty="0">
              <a:solidFill>
                <a:srgbClr val="FF0000"/>
              </a:solidFill>
            </a:rPr>
            <a:t>TUTTE A CASA! </a:t>
          </a:r>
          <a:r>
            <a:rPr lang="it-IT" sz="3700" kern="1200" dirty="0"/>
            <a:t>L’IMPERO HA BISOGNO DI NUOVI SUDDITI! LE DONNE DEVONO STARE A CASA E FARE FIGLI</a:t>
          </a:r>
          <a:endParaRPr lang="en-US" sz="3700" kern="1200" dirty="0"/>
        </a:p>
      </dsp:txBody>
      <dsp:txXfrm>
        <a:off x="0" y="0"/>
        <a:ext cx="6666833" cy="2726960"/>
      </dsp:txXfrm>
    </dsp:sp>
    <dsp:sp modelId="{F07A2F71-35EF-44CF-AD7A-8F2117A2D869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6863A94-730F-441D-BDCB-ABC255C4B221}">
      <dsp:nvSpPr>
        <dsp:cNvPr id="0" name=""/>
        <dsp:cNvSpPr/>
      </dsp:nvSpPr>
      <dsp:spPr>
        <a:xfrm>
          <a:off x="0" y="272696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700" kern="1200"/>
            <a:t>UNA LEGGE DEL 1938 STABILISCE CHE IL PERSONALE FEMMINILE NEGLI UFFICI PUBBLICINON DEVE SUPERARE IL 10%</a:t>
          </a:r>
          <a:endParaRPr lang="en-US" sz="3700" kern="1200"/>
        </a:p>
      </dsp:txBody>
      <dsp:txXfrm>
        <a:off x="0" y="2726960"/>
        <a:ext cx="6666833" cy="27269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590A5-7BEB-47F3-886E-404A34967C2D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DF9E4A-2DC2-4464-A49F-D4A8FE3E6D63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800" kern="1200"/>
            <a:t>IN TUTTO IL MONDO LA STESSA COSA..</a:t>
          </a:r>
          <a:endParaRPr lang="en-US" sz="3800" kern="1200"/>
        </a:p>
      </dsp:txBody>
      <dsp:txXfrm>
        <a:off x="696297" y="538547"/>
        <a:ext cx="4171627" cy="2590157"/>
      </dsp:txXfrm>
    </dsp:sp>
    <dsp:sp modelId="{3C9863A3-328F-4AE1-BB95-29064E89D4D6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98C05-57EC-4518-BC7B-50517C37905B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800" kern="1200"/>
            <a:t>LE DONNE PASSANO MOLTE ORE A FARE LAVORI NON RETRIBUITI</a:t>
          </a:r>
          <a:endParaRPr lang="en-US" sz="3800" kern="1200"/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90BB4-E2C6-4E8D-8157-2AFD38773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F44E8-C62C-40B1-8667-55F286352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E8EC9-4BDF-46E6-8265-540271A0E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A9FD-5FCA-49CE-AA30-08CA64BAC701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9CC43-064B-4C51-95C1-9E159C386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453AC-F110-4602-8949-114172DD4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A3DF-AA71-4DC1-BDBA-BC159188F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91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7F00-BA32-4A25-A11E-0971900C9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3EEF4-5365-4D96-919E-5B72D900C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77CFC-920C-45A5-B362-9EEA4927E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A9FD-5FCA-49CE-AA30-08CA64BAC701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46AD0-D490-4312-84D9-FEF1AF7C9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27352-3BA6-48B4-8ECD-5343F738D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A3DF-AA71-4DC1-BDBA-BC159188F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30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785D-60D4-4CE1-AED2-48C1FE86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B82B5-987A-4A3D-B800-B49B8CE71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7D36E-C7E3-4ACC-901E-006F8785C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A9FD-5FCA-49CE-AA30-08CA64BAC701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31B64-9F53-4778-B847-B071A0B48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E7ABD-589F-450E-847A-2A1CBA7D7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A3DF-AA71-4DC1-BDBA-BC159188F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64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647FF-8107-4104-861B-08DA0859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11CF0-EBA1-4DD3-BE5E-5A7A53A20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8A6E1-281E-4FDD-B94A-B085A7ED9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30E78-42AF-47B3-A07D-AEADE7DB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A9FD-5FCA-49CE-AA30-08CA64BAC701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3A25A-A009-493A-8F99-B49417C1E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74001-646B-42B4-BA61-CF45C13A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A3DF-AA71-4DC1-BDBA-BC159188F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8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624B3-F653-4029-9748-3589E1A00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ACF7F-8C9B-4621-9813-80547A45E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2AFB9-4DB9-466D-9909-24315D1F6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29CF11-5AB2-4BDC-9BC7-2A5086406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04E46F-B3D3-4605-B66F-F7915ED52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A17D49-9787-4F55-AB61-BE3E9E8C1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A9FD-5FCA-49CE-AA30-08CA64BAC701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078EBA-C71B-4E30-B7B1-2FD2E41E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A330D8-F5D6-4661-B905-CC861A2B2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A3DF-AA71-4DC1-BDBA-BC159188F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65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6EA1-1171-4D9B-8FCB-739D36782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6616A-EC64-4562-9FB1-03D9F76F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A9FD-5FCA-49CE-AA30-08CA64BAC701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C71C5-1ED1-432F-AEF4-EF29AC448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57D07-5732-42D4-8191-34F8CD71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A3DF-AA71-4DC1-BDBA-BC159188F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8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04CD35-6958-47D9-A963-6DB05049B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A9FD-5FCA-49CE-AA30-08CA64BAC701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09FF9-37EE-4ACA-900F-585C4BE85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ED3F8-C9DB-45F0-BFC1-82D2E007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A3DF-AA71-4DC1-BDBA-BC159188F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10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CF5AE-8831-4DCC-B844-C2080AA3A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6DEE3-1C92-4C1E-AECA-4AB7FCFFA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0CC06-4514-4981-970B-16582A804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26313-F151-4DE6-A5AB-8DB62D0B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A9FD-5FCA-49CE-AA30-08CA64BAC701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3665A-B18C-4352-9B3D-E6B284271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02B3D-4C8D-4424-866B-DDFB18B5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A3DF-AA71-4DC1-BDBA-BC159188F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0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F0C9-9D91-4CB6-84EF-833791CB8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9125B5-5403-4007-B9D5-B6458905BC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FD9FB-D418-427B-A11C-65CF55223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6E511-1D4B-45AD-9A1D-3C06C000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A9FD-5FCA-49CE-AA30-08CA64BAC701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42EBE-5FA7-4535-8F09-0EBA99B39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E9D21-D0BC-4D77-9084-F46C50E7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A3DF-AA71-4DC1-BDBA-BC159188F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536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70DB-BCED-415F-959C-0E902C6F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0A171-EBFC-43A0-B7F7-2547EBC45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F20CE-CBE7-42A8-B94E-47D1BC903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A9FD-5FCA-49CE-AA30-08CA64BAC701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6D87B-4045-4277-B47F-876D57772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C62FF-CC37-4B29-A9D6-D580CBFC0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A3DF-AA71-4DC1-BDBA-BC159188F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70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F65B1B-DDBF-4F74-AB1C-635B1E027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14F038-9D77-4005-B6E6-B584C279C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AA122-B21B-40A6-A587-E3CBB0BAC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A9FD-5FCA-49CE-AA30-08CA64BAC701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405FA-452F-44AB-BE07-1CF4CDDF8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BED39-6693-4C37-AAD2-5D39E4144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A3DF-AA71-4DC1-BDBA-BC159188F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33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749B-0E23-CAF3-4967-BE4BD40A5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1FD30-F2C4-249A-0D91-23B1DD9C7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C68EB-21A5-5A19-AB0C-84437472B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B3CD4-60E0-8B4B-3FFE-1D6900D4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470CB-B154-1290-C06A-C4BCEE28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15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35B9A-84BB-B9E8-E594-29E70A0A0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53947-20EC-E15F-7708-06F866088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842B6-BC5A-7495-4028-98C1309E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4BB35-D9F6-EB68-BE47-D76D8101E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5ACD8-4328-3C04-1BAF-55F0DF06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52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585F-8612-C5EB-F080-22D1313C1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8A677-9CF9-8223-26C0-D2E683D0D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F3DC5-5EAB-542A-42D5-3AA790B04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3A739-7EF5-D90D-BC1E-24D80656F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168F7-5035-8565-F842-7BF0DE60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26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411B7-837E-3A6B-A774-0BA3C6D59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C8AED-5D24-2B3D-7932-82DF6A036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C785F-AF48-F7BF-1B29-99C0C0CD1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31D7D-FBC3-24CB-AB66-4780CD1E7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A9D40-00FC-2CBD-AB05-6B3D51108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35E71-7FB5-71FE-5320-580B1945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62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8BF6F-0FC9-2268-D24C-B56503753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E48E5-B969-CA9C-619F-6B66575E0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5D36E-7470-5DFB-7B0C-C5B6F4A65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F5386-66B7-5264-8F2B-F1B4836C6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FD8C1-C506-F505-D2D1-9E4EBB9BD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08C96-00AE-B53E-92C8-D578B6C3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C6FDAB-48B3-1FC2-945F-2EC42D70C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76E680-082F-FD69-2DDD-2E9285D9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789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075B7-A05F-2121-BF3C-1733EC63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04B00-9DE3-EE0C-4F09-4F4F49BA4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868089-2003-0292-BD1A-273E547C5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1F035-F561-D07E-84F4-47D43CE66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95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73C90D-8AAF-C2CC-EB77-FCC9E424F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4AE04-AC29-D2E8-539A-EF69AFA65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012B5-0948-1469-3536-DC001B448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243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DB6F3-1578-7796-A507-B7F8BB641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64FBC-012E-54F1-DE60-5A9501A20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7F408-DAC8-3D84-CC9C-2382DAB59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04082-9F14-97D6-8B51-82EA0DB9E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A3E72-6C44-41A1-9608-09852A5C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A84CA-2B4D-488D-CEDB-22AC4DABC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527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1C83E-020C-2882-E64D-FD105980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8D7261-E969-89C2-93C5-B0048D4633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A6AD0-0682-9E5A-FC07-2FDFD60E2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C3BB1-98AB-432B-B528-3FF34573C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F01F2-67E8-3ADA-1D4D-A4ADF2A6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3951E-3660-646D-3180-6B5977A4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422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6F72-BDF5-63F7-5A01-FCA78D36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7F603-E5D6-FA2F-55DB-F6E778E2E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428EC-A2F5-333E-5C68-ECED0D307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E210F-2190-74AB-E8AC-01D287C85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14A6F-AC94-D89F-F5B2-89D083117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864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106AEC-CFA8-82B8-EC42-8555E883A3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84A33-ADA1-011B-4C30-508575997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9FF9F-6BDB-7802-2715-F1C40436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DD6B4-BDB0-D127-9638-D1BC20F5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41901-58E8-DB23-D1DE-8DDAE3B1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87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8299F-36EF-4563-A3A4-1B929364D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5E386-2EE3-479A-9D8B-51ACA1366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B1F3D-C89F-4F63-B1E0-A237DBAB4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3A9FD-5FCA-49CE-AA30-08CA64BAC701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2BAED-0E86-4AE7-9DC9-3EE41D9CC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CCAAD-425A-435C-91F5-24526217E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DA3DF-AA71-4DC1-BDBA-BC159188F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23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9584D-D912-023C-CB38-507750D5C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CDD50-E4B1-380C-A29F-8FBDF1800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5B0C0-6F74-7048-D512-C32CE7852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D38893-9137-4687-8E3B-A9A21A0E25C3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8541A-C543-8A15-765F-EF3AFC82E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B0B24-1171-280A-6545-6DE50F5B0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304CD-3326-47CA-BA1F-64ADE447C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76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8139F-91F2-6329-4F42-F2B02F2E7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371719"/>
            <a:ext cx="9573768" cy="2225177"/>
          </a:xfrm>
        </p:spPr>
        <p:txBody>
          <a:bodyPr anchor="b">
            <a:normAutofit fontScale="90000"/>
          </a:bodyPr>
          <a:lstStyle/>
          <a:p>
            <a:pPr algn="ctr"/>
            <a:r>
              <a:rPr lang="it-IT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GENDER &amp; INCLUSION</a:t>
            </a:r>
            <a:br>
              <a:rPr lang="it-IT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</a:br>
            <a:r>
              <a:rPr lang="it-IT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Diversi </a:t>
            </a:r>
            <a:br>
              <a:rPr lang="it-IT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</a:br>
            <a:r>
              <a:rPr lang="it-IT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Unici</a:t>
            </a:r>
            <a:br>
              <a:rPr lang="it-IT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</a:br>
            <a:r>
              <a:rPr lang="it-IT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Uguali</a:t>
            </a:r>
            <a:endParaRPr lang="en-US" b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  <p:pic>
        <p:nvPicPr>
          <p:cNvPr id="10" name="Content Placeholder 9" descr="A rainbow colored stripes&#10;&#10;Description automatically generated">
            <a:extLst>
              <a:ext uri="{FF2B5EF4-FFF2-40B4-BE49-F238E27FC236}">
                <a16:creationId xmlns:a16="http://schemas.microsoft.com/office/drawing/2014/main" id="{EE9C9DEF-1198-3CEB-91D7-1E99DC3AE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510" y="3429000"/>
            <a:ext cx="3747932" cy="2438400"/>
          </a:xfrm>
        </p:spPr>
      </p:pic>
      <p:pic>
        <p:nvPicPr>
          <p:cNvPr id="4" name="Content Placeholder 3" descr="A red square with white text and a symbol&#10;&#10;Description automatically generated">
            <a:extLst>
              <a:ext uri="{FF2B5EF4-FFF2-40B4-BE49-F238E27FC236}">
                <a16:creationId xmlns:a16="http://schemas.microsoft.com/office/drawing/2014/main" id="{D5196ECD-64B9-D200-7447-CFECDE7A91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458" r="-3" b="-3"/>
          <a:stretch/>
        </p:blipFill>
        <p:spPr>
          <a:xfrm>
            <a:off x="115024" y="2690859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8" name="Picture 7" descr="A logo with text and people in a circle&#10;&#10;Description automatically generated">
            <a:extLst>
              <a:ext uri="{FF2B5EF4-FFF2-40B4-BE49-F238E27FC236}">
                <a16:creationId xmlns:a16="http://schemas.microsoft.com/office/drawing/2014/main" id="{54CDB26B-41D0-BCF6-6D40-9BC04C61E65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r="473" b="4"/>
          <a:stretch/>
        </p:blipFill>
        <p:spPr>
          <a:xfrm>
            <a:off x="8297412" y="3249377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6" name="Picture 5" descr="A group of colorful circles&#10;&#10;Description automatically generated">
            <a:extLst>
              <a:ext uri="{FF2B5EF4-FFF2-40B4-BE49-F238E27FC236}">
                <a16:creationId xmlns:a16="http://schemas.microsoft.com/office/drawing/2014/main" id="{E750FFDF-2780-8943-6390-B1CA1D4F3B7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5" r="3079" b="-1"/>
          <a:stretch/>
        </p:blipFill>
        <p:spPr>
          <a:xfrm>
            <a:off x="7504874" y="109949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69198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itaglio del simbolo dei transgender">
            <a:extLst>
              <a:ext uri="{FF2B5EF4-FFF2-40B4-BE49-F238E27FC236}">
                <a16:creationId xmlns:a16="http://schemas.microsoft.com/office/drawing/2014/main" id="{9DD75BDB-5582-CD3D-6EBE-7786706378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283" b="544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C633A-7C2D-46CC-8B19-1C3BF17E7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it-IT" sz="3100"/>
              <a:t>La ricchezza delle Nazioni..</a:t>
            </a:r>
            <a:br>
              <a:rPr lang="it-IT" sz="3100"/>
            </a:br>
            <a:r>
              <a:rPr lang="it-IT" sz="3100"/>
              <a:t>Sulle spalle delle Donne</a:t>
            </a:r>
            <a:endParaRPr lang="en-US" sz="3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C8E2B2-BC92-458F-A78B-00C31CED2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>
            <a:normAutofit/>
          </a:bodyPr>
          <a:lstStyle/>
          <a:p>
            <a:r>
              <a:rPr lang="it-IT" sz="800"/>
              <a:t>Barbara Martini</a:t>
            </a:r>
          </a:p>
          <a:p>
            <a:r>
              <a:rPr lang="it-IT" sz="800"/>
              <a:t>Professoressa di Gender&amp;Inclusion</a:t>
            </a:r>
          </a:p>
          <a:p>
            <a:r>
              <a:rPr lang="it-IT" sz="800"/>
              <a:t>Università degli Studi di Roma «Tor Vergata»</a:t>
            </a:r>
            <a:endParaRPr lang="en-US" sz="8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925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11A97-AD3C-4E34-BBB8-CDDAB7F1A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PUNTO DI PARTENZA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1A3086-B762-0F2A-E62B-88998D7D93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83042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5774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0B5D39-E8BF-47FA-8E41-8C259951F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3400">
                <a:solidFill>
                  <a:srgbClr val="FFFFFF"/>
                </a:solidFill>
              </a:rPr>
              <a:t>IL PUNTO DI PARTENZA DELLA NOSTRA RICOSTRUZIONE E’ IL 1870</a:t>
            </a: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8CE8B-2021-4F7D-93E3-3F7E1DC2D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it-IT" sz="4000" dirty="0"/>
              <a:t>SUBITO DOPO L’UNIFICAZIONE L’ITALIA ERA UNA NAZIONE AGRICOLO-COMMERCIALE IN CUI CIRCA IL 60% DEL PIL PROVENIVA DALLA AGRICOLTURA</a:t>
            </a:r>
            <a:r>
              <a:rPr lang="it-IT" sz="2000" dirty="0"/>
              <a:t>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82718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24EED1-9DE6-4E39-9480-0E3C18005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3100">
                <a:solidFill>
                  <a:srgbClr val="FFFFFF"/>
                </a:solidFill>
              </a:rPr>
              <a:t>ATTIVITA’ MANUFATTURIERA</a:t>
            </a:r>
            <a:endParaRPr lang="en-US" sz="31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75486-9A85-42C6-B679-92827237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b="0" i="0" dirty="0">
                <a:effectLst/>
                <a:latin typeface="Crimson Text"/>
              </a:rPr>
              <a:t>Il grosso delle attività manifatturiere italiane intorno al 1861 si svolgeva in un certo numero di opifici di entità medio-piccola, sparsi nelle campagne, poco meccanizzati, che realizzavano le prime trasformazioni di prodotti agricoli e tessili. Essi erano immersi nelle fitte maglie della rete dei lavoranti a domicilio, che in parte produceva per sé e per la propria famiglia gli indumenti personali indispensabili, in parte lavorava su commissione di mercanti imprenditori che distribuivano la materia prima e ritiravano il prodotto finito (per lo più telerie e </a:t>
            </a:r>
            <a:r>
              <a:rPr lang="it-IT" b="0" i="0" dirty="0" err="1">
                <a:effectLst/>
                <a:latin typeface="Crimson Text"/>
              </a:rPr>
              <a:t>pannilana</a:t>
            </a:r>
            <a:r>
              <a:rPr lang="it-IT" b="0" i="0" dirty="0">
                <a:effectLst/>
                <a:latin typeface="Crimson Text"/>
              </a:rPr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031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114734-4F6F-40B7-B576-F09D25251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LE DONNE SONO OCCUPATE NELLA FILATURA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BC826-BA63-42F0-812A-3BB9EE9BD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it-IT" sz="4000" dirty="0"/>
              <a:t>LE DONNE SONO OCCUPATE NELLA FILATURA CHE VENIVA SPESSO FATTA A CASA. LE CASE SI TROVAVANO NELLE CAMPAGNE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20191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03DEA4-828F-4D7A-A752-A82A4802C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it-IT" sz="3400">
                <a:solidFill>
                  <a:srgbClr val="FFFFFF"/>
                </a:solidFill>
              </a:rPr>
              <a:t>CONCLUSIONE?</a:t>
            </a:r>
            <a:endParaRPr lang="en-US" sz="3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526DF5-AA4E-E7E3-7C17-0402673B5C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969338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0311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F97F3-7423-4E66-9D55-42AB647C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QUANTO VALE IL TRIPLO LAVORO?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154EDD-7D18-1160-0A55-4FF589AB0C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53593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0321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2B68FE-49DD-4C95-B076-348E3C34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IL LAVORO FEMMINILE ERA: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3E82D2-25FF-4409-4F5A-5F4E69A03B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305353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2241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E5132B-CCF4-4B72-8F80-20A4F483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NEL 1865 IL CODICE CIVILE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B403E-0C24-498D-99CE-BB60FE781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it-IT" sz="4400" dirty="0"/>
              <a:t>PREVEDEVA CHE LE DONNE NON POTESSERO DISPORRE DEI PROPRI BENI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26364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1C20F3-7194-426E-9CCE-F829F36F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it-IT" sz="3600">
                <a:solidFill>
                  <a:srgbClr val="FFFFFF"/>
                </a:solidFill>
              </a:rPr>
              <a:t>INTORNO AL 1900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1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105EFF-0D48-A8CE-DF37-6542009899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4132096"/>
              </p:ext>
            </p:extLst>
          </p:nvPr>
        </p:nvGraphicFramePr>
        <p:xfrm>
          <a:off x="838200" y="2211233"/>
          <a:ext cx="10515600" cy="3965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5325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D7E82D-2EB5-4E67-BCFA-E1E4FD34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DURANTE LA PRIMA GUERRA MONDIALE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5BD0D-D0B1-4A6C-9CC6-3D256702F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it-IT" sz="3600" dirty="0"/>
              <a:t>LE DONNE VANNO A LAVORARE SUPPLENDO ALLA MANCANZA DI LAVORO MASCHILE</a:t>
            </a:r>
          </a:p>
          <a:p>
            <a:r>
              <a:rPr lang="it-IT" sz="3600" dirty="0"/>
              <a:t>LE DONNE SONO NUOVAMENTE UN BACKUP</a:t>
            </a:r>
          </a:p>
        </p:txBody>
      </p:sp>
    </p:spTree>
    <p:extLst>
      <p:ext uri="{BB962C8B-B14F-4D97-AF65-F5344CB8AC3E}">
        <p14:creationId xmlns:p14="http://schemas.microsoft.com/office/powerpoint/2010/main" val="66511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57F4F9-1EDE-484D-B0A7-826BCF104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FINITA LA GUERRA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D5A596-B065-9BFA-A010-1E4C5AA99C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455608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7419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2B8B69-6B9B-463E-8591-00701708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it-IT" sz="3600"/>
              <a:t>E OGGI???</a:t>
            </a:r>
            <a:endParaRPr lang="en-US" sz="3600"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CD473EF-31D9-49C7-8F3B-793C2CE43D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895630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6878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2413CC-69E6-4BDA-A88D-E4EF8F95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1F7357-8633-4CE7-BF80-475EE8A2F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402FE4E-C12D-497C-AF81-F08E4E02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9247B10-170D-4E62-849A-38FCB43C6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9A587A7-1BEF-45AA-9EFC-6558A8749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AC25B5A1-6EF7-44EC-A2F0-1EDC96A79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80B8582C-7E17-4115-9FF1-979C8405C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6C4AB66-7A18-4E51-935B-237F4CA82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CDF12911-A240-4580-8788-0C49DB1FE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EAE0F5DE-442D-4F6C-B02C-2568ED195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4F24A002-AFDE-4034-85BE-CBF005AE9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36F0721E-B4B0-4A6C-A92C-F8DE92D3A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54D2DC98-69F8-4F2F-9D45-BDFFA5E2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0A636E33-DC38-40B9-B941-037E5D860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03D30690-68C2-4AEC-9789-1495D97E1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1020B1B9-821B-49FB-BDC9-57DA08CB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720EDCE4-8B18-413F-989E-E79628E5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8563351E-0DDD-4FC8-8D0C-1E446E3C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15E8B705-64E7-4513-B3CB-BF46C357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30DAEE1C-EBB5-47F5-9E76-564FCFDBF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EDB255E9-A3E2-4098-99A1-FE38FAD15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D2507F2A-27AF-4833-8273-5FC9A9886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8DFB8904-0CB8-45AD-ABD2-F7A582365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759324-401D-4A28-8522-AF02A4C87D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547080"/>
              </p:ext>
            </p:extLst>
          </p:nvPr>
        </p:nvGraphicFramePr>
        <p:xfrm>
          <a:off x="807722" y="1990976"/>
          <a:ext cx="10576558" cy="4175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77531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D0ECA-A364-4F49-81B9-7BBCB2309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it-IT" sz="4800"/>
              <a:t>SULLE SPALLE DELLE DONNE</a:t>
            </a:r>
            <a:endParaRPr lang="en-US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13AB4C-B16E-1767-0E17-A43E8A5842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879124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3086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C69F3F7625CF74085CAA0E2A49F4C2D" ma:contentTypeVersion="10" ma:contentTypeDescription="Creare un nuovo documento." ma:contentTypeScope="" ma:versionID="f970594720fb6abcd21fd0ece3721bb8">
  <xsd:schema xmlns:xsd="http://www.w3.org/2001/XMLSchema" xmlns:xs="http://www.w3.org/2001/XMLSchema" xmlns:p="http://schemas.microsoft.com/office/2006/metadata/properties" xmlns:ns2="48a61d46-4d30-4b24-ac0a-556bb3cc81e4" xmlns:ns3="a89520b4-453f-4caf-a364-bd14af9a57b3" targetNamespace="http://schemas.microsoft.com/office/2006/metadata/properties" ma:root="true" ma:fieldsID="e495a74569071716296f8154eb9fe63a" ns2:_="" ns3:_="">
    <xsd:import namespace="48a61d46-4d30-4b24-ac0a-556bb3cc81e4"/>
    <xsd:import namespace="a89520b4-453f-4caf-a364-bd14af9a57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a61d46-4d30-4b24-ac0a-556bb3cc81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 immagine" ma:readOnly="false" ma:fieldId="{5cf76f15-5ced-4ddc-b409-7134ff3c332f}" ma:taxonomyMulti="true" ma:sspId="1013fbc9-b00e-4d37-9f0b-4b76e146b3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9520b4-453f-4caf-a364-bd14af9a57b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af5e59d-d4ac-435c-9382-48b95eae239d}" ma:internalName="TaxCatchAll" ma:showField="CatchAllData" ma:web="a89520b4-453f-4caf-a364-bd14af9a57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9520b4-453f-4caf-a364-bd14af9a57b3" xsi:nil="true"/>
    <lcf76f155ced4ddcb4097134ff3c332f xmlns="48a61d46-4d30-4b24-ac0a-556bb3cc81e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75EBB28-8B36-4084-B3DC-1CBE09F10ED7}"/>
</file>

<file path=customXml/itemProps2.xml><?xml version="1.0" encoding="utf-8"?>
<ds:datastoreItem xmlns:ds="http://schemas.openxmlformats.org/officeDocument/2006/customXml" ds:itemID="{5B8FE1F1-360E-47A7-BC9E-7B55FC805B55}"/>
</file>

<file path=customXml/itemProps3.xml><?xml version="1.0" encoding="utf-8"?>
<ds:datastoreItem xmlns:ds="http://schemas.openxmlformats.org/officeDocument/2006/customXml" ds:itemID="{D8210933-436E-4B1B-B820-7BB3F7D9B0C8}"/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445</Words>
  <Application>Microsoft Office PowerPoint</Application>
  <PresentationFormat>Widescreen</PresentationFormat>
  <Paragraphs>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Crimson Text</vt:lpstr>
      <vt:lpstr>Palatino Linotype</vt:lpstr>
      <vt:lpstr>Office Theme</vt:lpstr>
      <vt:lpstr>1_Office Theme</vt:lpstr>
      <vt:lpstr>GENDER &amp; INCLUSION Diversi  Unici Uguali</vt:lpstr>
      <vt:lpstr>La ricchezza delle Nazioni.. Sulle spalle delle Donne</vt:lpstr>
      <vt:lpstr>PUNTO DI PARTENZA</vt:lpstr>
      <vt:lpstr>IL PUNTO DI PARTENZA DELLA NOSTRA RICOSTRUZIONE E’ IL 1870</vt:lpstr>
      <vt:lpstr>ATTIVITA’ MANUFATTURIERA</vt:lpstr>
      <vt:lpstr>LE DONNE SONO OCCUPATE NELLA FILATURA</vt:lpstr>
      <vt:lpstr>CONCLUSIONE?</vt:lpstr>
      <vt:lpstr>QUANTO VALE IL TRIPLO LAVORO?</vt:lpstr>
      <vt:lpstr>IL LAVORO FEMMINILE ERA:</vt:lpstr>
      <vt:lpstr>NEL 1865 IL CODICE CIVILE</vt:lpstr>
      <vt:lpstr>INTORNO AL 1900</vt:lpstr>
      <vt:lpstr>DURANTE LA PRIMA GUERRA MONDIALE</vt:lpstr>
      <vt:lpstr>FINITA LA GUERRA</vt:lpstr>
      <vt:lpstr>E OGGI???</vt:lpstr>
      <vt:lpstr>PowerPoint Presentation</vt:lpstr>
      <vt:lpstr>SULLE SPALLE DELLE DONNE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ricchezza delle Nazioni.. Sulle spalle delle Donne</dc:title>
  <dc:creator>Barbara Martini</dc:creator>
  <cp:lastModifiedBy>barbara martini</cp:lastModifiedBy>
  <cp:revision>8</cp:revision>
  <dcterms:created xsi:type="dcterms:W3CDTF">2022-03-18T14:16:50Z</dcterms:created>
  <dcterms:modified xsi:type="dcterms:W3CDTF">2024-03-20T13:10:19Z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0x0101002C69F3F7625CF74085CAA0E2A49F4C2D</vt:lpwstr>
  </property>
</Properties>
</file>