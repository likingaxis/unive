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diagrams/data5.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diagrams/data6.xml" ContentType="application/vnd.openxmlformats-officedocument.drawingml.diagramData+xml"/>
  <Override PartName="/ppt/diagrams/data7.xml" ContentType="application/vnd.openxmlformats-officedocument.drawingml.diagramData+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5.xml" ContentType="application/vnd.openxmlformats-officedocument.drawingml.diagramLayou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0" r:id="rId2"/>
    <p:sldId id="301" r:id="rId3"/>
    <p:sldId id="312" r:id="rId4"/>
    <p:sldId id="302" r:id="rId5"/>
    <p:sldId id="303" r:id="rId6"/>
    <p:sldId id="304" r:id="rId7"/>
    <p:sldId id="305" r:id="rId8"/>
    <p:sldId id="306" r:id="rId9"/>
    <p:sldId id="307" r:id="rId10"/>
    <p:sldId id="308" r:id="rId11"/>
    <p:sldId id="309" r:id="rId12"/>
    <p:sldId id="310" r:id="rId13"/>
    <p:sldId id="311" r:id="rId14"/>
    <p:sldId id="313" r:id="rId15"/>
    <p:sldId id="314" r:id="rId16"/>
    <p:sldId id="333" r:id="rId17"/>
    <p:sldId id="335" r:id="rId18"/>
    <p:sldId id="336" r:id="rId19"/>
    <p:sldId id="338" r:id="rId20"/>
    <p:sldId id="339" r:id="rId21"/>
    <p:sldId id="340" r:id="rId22"/>
    <p:sldId id="341" r:id="rId23"/>
    <p:sldId id="315" r:id="rId24"/>
    <p:sldId id="316" r:id="rId25"/>
    <p:sldId id="318" r:id="rId26"/>
    <p:sldId id="317" r:id="rId27"/>
    <p:sldId id="319" r:id="rId28"/>
    <p:sldId id="320" r:id="rId29"/>
    <p:sldId id="321" r:id="rId30"/>
    <p:sldId id="322" r:id="rId31"/>
    <p:sldId id="323" r:id="rId32"/>
    <p:sldId id="324" r:id="rId33"/>
    <p:sldId id="325" r:id="rId34"/>
    <p:sldId id="326" r:id="rId35"/>
    <p:sldId id="327" r:id="rId36"/>
    <p:sldId id="328" r:id="rId37"/>
    <p:sldId id="330" r:id="rId38"/>
    <p:sldId id="329" r:id="rId39"/>
    <p:sldId id="331" r:id="rId40"/>
    <p:sldId id="33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2" autoAdjust="0"/>
    <p:restoredTop sz="94660"/>
  </p:normalViewPr>
  <p:slideViewPr>
    <p:cSldViewPr snapToGrid="0">
      <p:cViewPr varScale="1">
        <p:scale>
          <a:sx n="61" d="100"/>
          <a:sy n="61" d="100"/>
        </p:scale>
        <p:origin x="490"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883660-ACE0-489E-B959-417F36E61361}"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17555B40-99E0-462D-B298-7C66EEDAEA4E}">
      <dgm:prSet/>
      <dgm:spPr/>
      <dgm:t>
        <a:bodyPr/>
        <a:lstStyle/>
        <a:p>
          <a:r>
            <a:rPr lang="it-IT" dirty="0"/>
            <a:t>Da dove siamo partiti/e </a:t>
          </a:r>
          <a:endParaRPr lang="en-US" dirty="0"/>
        </a:p>
      </dgm:t>
    </dgm:pt>
    <dgm:pt modelId="{D35BB2F5-E243-4D9A-B2E3-6DB5F153F637}" type="parTrans" cxnId="{85AC52B8-B9CF-48D4-B16E-96D2074E30C2}">
      <dgm:prSet/>
      <dgm:spPr/>
      <dgm:t>
        <a:bodyPr/>
        <a:lstStyle/>
        <a:p>
          <a:endParaRPr lang="en-US"/>
        </a:p>
      </dgm:t>
    </dgm:pt>
    <dgm:pt modelId="{F8EBAC50-3113-436A-841F-9BAAAFD41281}" type="sibTrans" cxnId="{85AC52B8-B9CF-48D4-B16E-96D2074E30C2}">
      <dgm:prSet/>
      <dgm:spPr/>
      <dgm:t>
        <a:bodyPr/>
        <a:lstStyle/>
        <a:p>
          <a:endParaRPr lang="en-US"/>
        </a:p>
      </dgm:t>
    </dgm:pt>
    <dgm:pt modelId="{737AC5CE-49A0-4445-8530-0491C46322DA}">
      <dgm:prSet/>
      <dgm:spPr/>
      <dgm:t>
        <a:bodyPr/>
        <a:lstStyle/>
        <a:p>
          <a:r>
            <a:rPr lang="it-IT" dirty="0"/>
            <a:t>Dove siamo arrivati/e</a:t>
          </a:r>
          <a:endParaRPr lang="en-US" dirty="0"/>
        </a:p>
      </dgm:t>
    </dgm:pt>
    <dgm:pt modelId="{C21B93A4-B249-44AF-9611-E1D3541361FF}" type="parTrans" cxnId="{3EC2BFE4-11C6-43E2-B93D-87A432C94ED6}">
      <dgm:prSet/>
      <dgm:spPr/>
      <dgm:t>
        <a:bodyPr/>
        <a:lstStyle/>
        <a:p>
          <a:endParaRPr lang="en-US"/>
        </a:p>
      </dgm:t>
    </dgm:pt>
    <dgm:pt modelId="{29FDA508-62DB-4522-BBF1-51D8922B3FB8}" type="sibTrans" cxnId="{3EC2BFE4-11C6-43E2-B93D-87A432C94ED6}">
      <dgm:prSet/>
      <dgm:spPr/>
      <dgm:t>
        <a:bodyPr/>
        <a:lstStyle/>
        <a:p>
          <a:endParaRPr lang="en-US"/>
        </a:p>
      </dgm:t>
    </dgm:pt>
    <dgm:pt modelId="{89A3A85C-84B2-4B96-9EE9-75D758EC6398}">
      <dgm:prSet/>
      <dgm:spPr/>
      <dgm:t>
        <a:bodyPr/>
        <a:lstStyle/>
        <a:p>
          <a:r>
            <a:rPr lang="en-US" dirty="0"/>
            <a:t>Quanta </a:t>
          </a:r>
          <a:r>
            <a:rPr lang="en-US" dirty="0" err="1"/>
            <a:t>strada</a:t>
          </a:r>
          <a:r>
            <a:rPr lang="en-US" dirty="0"/>
            <a:t> </a:t>
          </a:r>
          <a:r>
            <a:rPr lang="en-US" dirty="0" err="1"/>
            <a:t>dobbiamo</a:t>
          </a:r>
          <a:r>
            <a:rPr lang="en-US" dirty="0"/>
            <a:t> fare</a:t>
          </a:r>
        </a:p>
      </dgm:t>
    </dgm:pt>
    <dgm:pt modelId="{8005D9ED-6AD4-420B-8A66-409D86F4EA8C}" type="parTrans" cxnId="{CCCC9DE5-7BCB-4F0F-8807-EB31DE1987F0}">
      <dgm:prSet/>
      <dgm:spPr/>
      <dgm:t>
        <a:bodyPr/>
        <a:lstStyle/>
        <a:p>
          <a:endParaRPr lang="en-US"/>
        </a:p>
      </dgm:t>
    </dgm:pt>
    <dgm:pt modelId="{F21EF76D-77D9-4F0D-ADB8-A5F1477302A4}" type="sibTrans" cxnId="{CCCC9DE5-7BCB-4F0F-8807-EB31DE1987F0}">
      <dgm:prSet/>
      <dgm:spPr/>
      <dgm:t>
        <a:bodyPr/>
        <a:lstStyle/>
        <a:p>
          <a:endParaRPr lang="en-US"/>
        </a:p>
      </dgm:t>
    </dgm:pt>
    <dgm:pt modelId="{0EFDA975-7202-42CA-8728-0FFCC1FE6B58}" type="pres">
      <dgm:prSet presAssocID="{30883660-ACE0-489E-B959-417F36E61361}" presName="hierChild1" presStyleCnt="0">
        <dgm:presLayoutVars>
          <dgm:chPref val="1"/>
          <dgm:dir/>
          <dgm:animOne val="branch"/>
          <dgm:animLvl val="lvl"/>
          <dgm:resizeHandles/>
        </dgm:presLayoutVars>
      </dgm:prSet>
      <dgm:spPr/>
    </dgm:pt>
    <dgm:pt modelId="{D1B8C4FE-AB0C-4D36-8E10-871ED8B3CA64}" type="pres">
      <dgm:prSet presAssocID="{17555B40-99E0-462D-B298-7C66EEDAEA4E}" presName="hierRoot1" presStyleCnt="0"/>
      <dgm:spPr/>
    </dgm:pt>
    <dgm:pt modelId="{6E4576CB-8938-4162-9EAD-D23D081BE9D1}" type="pres">
      <dgm:prSet presAssocID="{17555B40-99E0-462D-B298-7C66EEDAEA4E}" presName="composite" presStyleCnt="0"/>
      <dgm:spPr/>
    </dgm:pt>
    <dgm:pt modelId="{4FA66B84-1E7B-452F-8B44-1906B2B7433E}" type="pres">
      <dgm:prSet presAssocID="{17555B40-99E0-462D-B298-7C66EEDAEA4E}" presName="background" presStyleLbl="node0" presStyleIdx="0" presStyleCnt="3"/>
      <dgm:spPr/>
    </dgm:pt>
    <dgm:pt modelId="{8EFDBEDF-DBAC-48FC-AF11-73F43B5327F3}" type="pres">
      <dgm:prSet presAssocID="{17555B40-99E0-462D-B298-7C66EEDAEA4E}" presName="text" presStyleLbl="fgAcc0" presStyleIdx="0" presStyleCnt="3">
        <dgm:presLayoutVars>
          <dgm:chPref val="3"/>
        </dgm:presLayoutVars>
      </dgm:prSet>
      <dgm:spPr/>
    </dgm:pt>
    <dgm:pt modelId="{AE24BCF2-42D7-4FD0-A694-4A0D33A078C8}" type="pres">
      <dgm:prSet presAssocID="{17555B40-99E0-462D-B298-7C66EEDAEA4E}" presName="hierChild2" presStyleCnt="0"/>
      <dgm:spPr/>
    </dgm:pt>
    <dgm:pt modelId="{20C5FD77-1218-4A32-95A6-F79CFD31254B}" type="pres">
      <dgm:prSet presAssocID="{737AC5CE-49A0-4445-8530-0491C46322DA}" presName="hierRoot1" presStyleCnt="0"/>
      <dgm:spPr/>
    </dgm:pt>
    <dgm:pt modelId="{2FA93CE6-72FF-4993-9F02-A418F7A68775}" type="pres">
      <dgm:prSet presAssocID="{737AC5CE-49A0-4445-8530-0491C46322DA}" presName="composite" presStyleCnt="0"/>
      <dgm:spPr/>
    </dgm:pt>
    <dgm:pt modelId="{29772E2F-7085-48A2-80A3-A7F8ACB18593}" type="pres">
      <dgm:prSet presAssocID="{737AC5CE-49A0-4445-8530-0491C46322DA}" presName="background" presStyleLbl="node0" presStyleIdx="1" presStyleCnt="3"/>
      <dgm:spPr/>
    </dgm:pt>
    <dgm:pt modelId="{871973F4-F967-4C2D-8315-CEBBC60CB79B}" type="pres">
      <dgm:prSet presAssocID="{737AC5CE-49A0-4445-8530-0491C46322DA}" presName="text" presStyleLbl="fgAcc0" presStyleIdx="1" presStyleCnt="3">
        <dgm:presLayoutVars>
          <dgm:chPref val="3"/>
        </dgm:presLayoutVars>
      </dgm:prSet>
      <dgm:spPr/>
    </dgm:pt>
    <dgm:pt modelId="{A377ED1D-0628-4837-BDFD-CCBAAF49C621}" type="pres">
      <dgm:prSet presAssocID="{737AC5CE-49A0-4445-8530-0491C46322DA}" presName="hierChild2" presStyleCnt="0"/>
      <dgm:spPr/>
    </dgm:pt>
    <dgm:pt modelId="{548E6BF9-F99E-4218-B05D-663A01C03574}" type="pres">
      <dgm:prSet presAssocID="{89A3A85C-84B2-4B96-9EE9-75D758EC6398}" presName="hierRoot1" presStyleCnt="0"/>
      <dgm:spPr/>
    </dgm:pt>
    <dgm:pt modelId="{E4AB40FB-F732-49E2-902F-D1D0A83F4FF2}" type="pres">
      <dgm:prSet presAssocID="{89A3A85C-84B2-4B96-9EE9-75D758EC6398}" presName="composite" presStyleCnt="0"/>
      <dgm:spPr/>
    </dgm:pt>
    <dgm:pt modelId="{3A4BBD40-2179-4622-ADA0-955AB1E0B029}" type="pres">
      <dgm:prSet presAssocID="{89A3A85C-84B2-4B96-9EE9-75D758EC6398}" presName="background" presStyleLbl="node0" presStyleIdx="2" presStyleCnt="3"/>
      <dgm:spPr/>
    </dgm:pt>
    <dgm:pt modelId="{56117D73-FF3C-4485-9A7B-E79E63CBD759}" type="pres">
      <dgm:prSet presAssocID="{89A3A85C-84B2-4B96-9EE9-75D758EC6398}" presName="text" presStyleLbl="fgAcc0" presStyleIdx="2" presStyleCnt="3">
        <dgm:presLayoutVars>
          <dgm:chPref val="3"/>
        </dgm:presLayoutVars>
      </dgm:prSet>
      <dgm:spPr/>
    </dgm:pt>
    <dgm:pt modelId="{FC71EAE1-4EDC-4689-A059-A7B8A4DAD144}" type="pres">
      <dgm:prSet presAssocID="{89A3A85C-84B2-4B96-9EE9-75D758EC6398}" presName="hierChild2" presStyleCnt="0"/>
      <dgm:spPr/>
    </dgm:pt>
  </dgm:ptLst>
  <dgm:cxnLst>
    <dgm:cxn modelId="{37A80D5A-676E-4AC5-B14F-1DF1C8CA49E1}" type="presOf" srcId="{737AC5CE-49A0-4445-8530-0491C46322DA}" destId="{871973F4-F967-4C2D-8315-CEBBC60CB79B}" srcOrd="0" destOrd="0" presId="urn:microsoft.com/office/officeart/2005/8/layout/hierarchy1"/>
    <dgm:cxn modelId="{53CB258C-9197-4C97-8F76-49FA04987114}" type="presOf" srcId="{89A3A85C-84B2-4B96-9EE9-75D758EC6398}" destId="{56117D73-FF3C-4485-9A7B-E79E63CBD759}" srcOrd="0" destOrd="0" presId="urn:microsoft.com/office/officeart/2005/8/layout/hierarchy1"/>
    <dgm:cxn modelId="{CC8C959B-DEF5-4DC2-BA1D-42F57FA4F26E}" type="presOf" srcId="{17555B40-99E0-462D-B298-7C66EEDAEA4E}" destId="{8EFDBEDF-DBAC-48FC-AF11-73F43B5327F3}" srcOrd="0" destOrd="0" presId="urn:microsoft.com/office/officeart/2005/8/layout/hierarchy1"/>
    <dgm:cxn modelId="{85AC52B8-B9CF-48D4-B16E-96D2074E30C2}" srcId="{30883660-ACE0-489E-B959-417F36E61361}" destId="{17555B40-99E0-462D-B298-7C66EEDAEA4E}" srcOrd="0" destOrd="0" parTransId="{D35BB2F5-E243-4D9A-B2E3-6DB5F153F637}" sibTransId="{F8EBAC50-3113-436A-841F-9BAAAFD41281}"/>
    <dgm:cxn modelId="{86AAE8DA-6C62-4778-87AA-D2E27BBAACDD}" type="presOf" srcId="{30883660-ACE0-489E-B959-417F36E61361}" destId="{0EFDA975-7202-42CA-8728-0FFCC1FE6B58}" srcOrd="0" destOrd="0" presId="urn:microsoft.com/office/officeart/2005/8/layout/hierarchy1"/>
    <dgm:cxn modelId="{3EC2BFE4-11C6-43E2-B93D-87A432C94ED6}" srcId="{30883660-ACE0-489E-B959-417F36E61361}" destId="{737AC5CE-49A0-4445-8530-0491C46322DA}" srcOrd="1" destOrd="0" parTransId="{C21B93A4-B249-44AF-9611-E1D3541361FF}" sibTransId="{29FDA508-62DB-4522-BBF1-51D8922B3FB8}"/>
    <dgm:cxn modelId="{CCCC9DE5-7BCB-4F0F-8807-EB31DE1987F0}" srcId="{30883660-ACE0-489E-B959-417F36E61361}" destId="{89A3A85C-84B2-4B96-9EE9-75D758EC6398}" srcOrd="2" destOrd="0" parTransId="{8005D9ED-6AD4-420B-8A66-409D86F4EA8C}" sibTransId="{F21EF76D-77D9-4F0D-ADB8-A5F1477302A4}"/>
    <dgm:cxn modelId="{EF14C5AD-3774-49C9-8AD4-E2B7C4B1BA32}" type="presParOf" srcId="{0EFDA975-7202-42CA-8728-0FFCC1FE6B58}" destId="{D1B8C4FE-AB0C-4D36-8E10-871ED8B3CA64}" srcOrd="0" destOrd="0" presId="urn:microsoft.com/office/officeart/2005/8/layout/hierarchy1"/>
    <dgm:cxn modelId="{EAA8FA61-2D15-4826-B625-4A21FD9CF11D}" type="presParOf" srcId="{D1B8C4FE-AB0C-4D36-8E10-871ED8B3CA64}" destId="{6E4576CB-8938-4162-9EAD-D23D081BE9D1}" srcOrd="0" destOrd="0" presId="urn:microsoft.com/office/officeart/2005/8/layout/hierarchy1"/>
    <dgm:cxn modelId="{0F3B0071-46C5-4485-92EA-55DEEDB30968}" type="presParOf" srcId="{6E4576CB-8938-4162-9EAD-D23D081BE9D1}" destId="{4FA66B84-1E7B-452F-8B44-1906B2B7433E}" srcOrd="0" destOrd="0" presId="urn:microsoft.com/office/officeart/2005/8/layout/hierarchy1"/>
    <dgm:cxn modelId="{317D0C74-0AB2-4AC7-915F-8F2602B20925}" type="presParOf" srcId="{6E4576CB-8938-4162-9EAD-D23D081BE9D1}" destId="{8EFDBEDF-DBAC-48FC-AF11-73F43B5327F3}" srcOrd="1" destOrd="0" presId="urn:microsoft.com/office/officeart/2005/8/layout/hierarchy1"/>
    <dgm:cxn modelId="{56E80AAF-69E2-4A28-B80A-90DABA603524}" type="presParOf" srcId="{D1B8C4FE-AB0C-4D36-8E10-871ED8B3CA64}" destId="{AE24BCF2-42D7-4FD0-A694-4A0D33A078C8}" srcOrd="1" destOrd="0" presId="urn:microsoft.com/office/officeart/2005/8/layout/hierarchy1"/>
    <dgm:cxn modelId="{DB213A5B-C2DC-412B-A0D6-A80DFA1A39FF}" type="presParOf" srcId="{0EFDA975-7202-42CA-8728-0FFCC1FE6B58}" destId="{20C5FD77-1218-4A32-95A6-F79CFD31254B}" srcOrd="1" destOrd="0" presId="urn:microsoft.com/office/officeart/2005/8/layout/hierarchy1"/>
    <dgm:cxn modelId="{EC6914E8-9158-41E2-8BB1-93EB0564DCD1}" type="presParOf" srcId="{20C5FD77-1218-4A32-95A6-F79CFD31254B}" destId="{2FA93CE6-72FF-4993-9F02-A418F7A68775}" srcOrd="0" destOrd="0" presId="urn:microsoft.com/office/officeart/2005/8/layout/hierarchy1"/>
    <dgm:cxn modelId="{D3B7113A-5763-4D62-AA32-C1033310D732}" type="presParOf" srcId="{2FA93CE6-72FF-4993-9F02-A418F7A68775}" destId="{29772E2F-7085-48A2-80A3-A7F8ACB18593}" srcOrd="0" destOrd="0" presId="urn:microsoft.com/office/officeart/2005/8/layout/hierarchy1"/>
    <dgm:cxn modelId="{38A07609-CC55-41DC-B319-1D2E5DE2F8B5}" type="presParOf" srcId="{2FA93CE6-72FF-4993-9F02-A418F7A68775}" destId="{871973F4-F967-4C2D-8315-CEBBC60CB79B}" srcOrd="1" destOrd="0" presId="urn:microsoft.com/office/officeart/2005/8/layout/hierarchy1"/>
    <dgm:cxn modelId="{7B9151E5-B6DE-472A-A491-C16A868B621E}" type="presParOf" srcId="{20C5FD77-1218-4A32-95A6-F79CFD31254B}" destId="{A377ED1D-0628-4837-BDFD-CCBAAF49C621}" srcOrd="1" destOrd="0" presId="urn:microsoft.com/office/officeart/2005/8/layout/hierarchy1"/>
    <dgm:cxn modelId="{EAAA6138-B997-4D81-B5DC-7332529F7A3A}" type="presParOf" srcId="{0EFDA975-7202-42CA-8728-0FFCC1FE6B58}" destId="{548E6BF9-F99E-4218-B05D-663A01C03574}" srcOrd="2" destOrd="0" presId="urn:microsoft.com/office/officeart/2005/8/layout/hierarchy1"/>
    <dgm:cxn modelId="{EFB06FCE-C0A7-4D59-BE45-9F59C8BA290F}" type="presParOf" srcId="{548E6BF9-F99E-4218-B05D-663A01C03574}" destId="{E4AB40FB-F732-49E2-902F-D1D0A83F4FF2}" srcOrd="0" destOrd="0" presId="urn:microsoft.com/office/officeart/2005/8/layout/hierarchy1"/>
    <dgm:cxn modelId="{7B9F94C3-849C-4078-ADD8-B90D3B7C7BED}" type="presParOf" srcId="{E4AB40FB-F732-49E2-902F-D1D0A83F4FF2}" destId="{3A4BBD40-2179-4622-ADA0-955AB1E0B029}" srcOrd="0" destOrd="0" presId="urn:microsoft.com/office/officeart/2005/8/layout/hierarchy1"/>
    <dgm:cxn modelId="{938043A4-DD2E-4534-A174-C82210698855}" type="presParOf" srcId="{E4AB40FB-F732-49E2-902F-D1D0A83F4FF2}" destId="{56117D73-FF3C-4485-9A7B-E79E63CBD759}" srcOrd="1" destOrd="0" presId="urn:microsoft.com/office/officeart/2005/8/layout/hierarchy1"/>
    <dgm:cxn modelId="{A8991737-593C-4EBE-B9F3-503E29C9BB74}" type="presParOf" srcId="{548E6BF9-F99E-4218-B05D-663A01C03574}" destId="{FC71EAE1-4EDC-4689-A059-A7B8A4DAD14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181B0C-67EC-4A9F-BC89-A38501CDA38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E35C759F-B8CB-4891-919C-02B57540D4AD}">
      <dgm:prSet/>
      <dgm:spPr/>
      <dgm:t>
        <a:bodyPr/>
        <a:lstStyle/>
        <a:p>
          <a:r>
            <a:rPr lang="it-IT" dirty="0"/>
            <a:t>1906: Finlandia è primo paese europeo a concedere il diritto di voto alle donne;</a:t>
          </a:r>
          <a:endParaRPr lang="en-US" dirty="0"/>
        </a:p>
      </dgm:t>
    </dgm:pt>
    <dgm:pt modelId="{3669A4A6-08E2-417B-8644-2848A12AA1BE}" type="parTrans" cxnId="{26028242-8633-492B-BDD3-D2226CB228E1}">
      <dgm:prSet/>
      <dgm:spPr/>
      <dgm:t>
        <a:bodyPr/>
        <a:lstStyle/>
        <a:p>
          <a:endParaRPr lang="en-US"/>
        </a:p>
      </dgm:t>
    </dgm:pt>
    <dgm:pt modelId="{7C281D2E-9D9B-4E45-B5BD-BC1625D47A63}" type="sibTrans" cxnId="{26028242-8633-492B-BDD3-D2226CB228E1}">
      <dgm:prSet/>
      <dgm:spPr/>
      <dgm:t>
        <a:bodyPr/>
        <a:lstStyle/>
        <a:p>
          <a:endParaRPr lang="en-US"/>
        </a:p>
      </dgm:t>
    </dgm:pt>
    <dgm:pt modelId="{752A01D5-B9F7-482B-B76E-35EF9AED1FA1}">
      <dgm:prSet/>
      <dgm:spPr/>
      <dgm:t>
        <a:bodyPr/>
        <a:lstStyle/>
        <a:p>
          <a:r>
            <a:rPr lang="it-IT"/>
            <a:t>1917: Russia con la rivoluzione di ottobre;</a:t>
          </a:r>
          <a:endParaRPr lang="en-US"/>
        </a:p>
      </dgm:t>
    </dgm:pt>
    <dgm:pt modelId="{AB92DE06-C774-45CF-8D3D-1BAF7FCCE72E}" type="parTrans" cxnId="{17EC11B1-89D1-4045-9CB2-A6F908DC1373}">
      <dgm:prSet/>
      <dgm:spPr/>
      <dgm:t>
        <a:bodyPr/>
        <a:lstStyle/>
        <a:p>
          <a:endParaRPr lang="en-US"/>
        </a:p>
      </dgm:t>
    </dgm:pt>
    <dgm:pt modelId="{BD7E115C-1114-49E1-AA1F-8DE2F642B774}" type="sibTrans" cxnId="{17EC11B1-89D1-4045-9CB2-A6F908DC1373}">
      <dgm:prSet/>
      <dgm:spPr/>
      <dgm:t>
        <a:bodyPr/>
        <a:lstStyle/>
        <a:p>
          <a:endParaRPr lang="en-US"/>
        </a:p>
      </dgm:t>
    </dgm:pt>
    <dgm:pt modelId="{7C953A62-3618-4B7F-BE4C-85FA8E4D39D2}">
      <dgm:prSet/>
      <dgm:spPr/>
      <dgm:t>
        <a:bodyPr/>
        <a:lstStyle/>
        <a:p>
          <a:r>
            <a:rPr lang="it-IT"/>
            <a:t>1918: Gran Bretagna;</a:t>
          </a:r>
          <a:endParaRPr lang="en-US"/>
        </a:p>
      </dgm:t>
    </dgm:pt>
    <dgm:pt modelId="{17631E94-F8C8-49EF-8FEE-3CDE54CF05E0}" type="parTrans" cxnId="{09D56A3E-A231-4EC9-827B-7E894CFF4CAF}">
      <dgm:prSet/>
      <dgm:spPr/>
      <dgm:t>
        <a:bodyPr/>
        <a:lstStyle/>
        <a:p>
          <a:endParaRPr lang="en-US"/>
        </a:p>
      </dgm:t>
    </dgm:pt>
    <dgm:pt modelId="{04F80024-7956-4F00-AA8D-1092874F49F0}" type="sibTrans" cxnId="{09D56A3E-A231-4EC9-827B-7E894CFF4CAF}">
      <dgm:prSet/>
      <dgm:spPr/>
      <dgm:t>
        <a:bodyPr/>
        <a:lstStyle/>
        <a:p>
          <a:endParaRPr lang="en-US"/>
        </a:p>
      </dgm:t>
    </dgm:pt>
    <dgm:pt modelId="{0345F249-FE14-4ECF-BA37-D36F436F23EE}">
      <dgm:prSet/>
      <dgm:spPr/>
      <dgm:t>
        <a:bodyPr/>
        <a:lstStyle/>
        <a:p>
          <a:r>
            <a:rPr lang="it-IT"/>
            <a:t>1920: US</a:t>
          </a:r>
          <a:endParaRPr lang="en-US"/>
        </a:p>
      </dgm:t>
    </dgm:pt>
    <dgm:pt modelId="{67B5C9F1-C939-49F6-BC77-C93325B429F1}" type="parTrans" cxnId="{7C6EE240-B5D9-476B-B6C2-1FB3B04E2F70}">
      <dgm:prSet/>
      <dgm:spPr/>
      <dgm:t>
        <a:bodyPr/>
        <a:lstStyle/>
        <a:p>
          <a:endParaRPr lang="en-US"/>
        </a:p>
      </dgm:t>
    </dgm:pt>
    <dgm:pt modelId="{9111566F-2F7F-45A2-A5AF-80420016EA29}" type="sibTrans" cxnId="{7C6EE240-B5D9-476B-B6C2-1FB3B04E2F70}">
      <dgm:prSet/>
      <dgm:spPr/>
      <dgm:t>
        <a:bodyPr/>
        <a:lstStyle/>
        <a:p>
          <a:endParaRPr lang="en-US"/>
        </a:p>
      </dgm:t>
    </dgm:pt>
    <dgm:pt modelId="{728DA94C-F591-4783-A649-7D5D7A37F042}" type="pres">
      <dgm:prSet presAssocID="{B4181B0C-67EC-4A9F-BC89-A38501CDA380}" presName="linear" presStyleCnt="0">
        <dgm:presLayoutVars>
          <dgm:animLvl val="lvl"/>
          <dgm:resizeHandles val="exact"/>
        </dgm:presLayoutVars>
      </dgm:prSet>
      <dgm:spPr/>
    </dgm:pt>
    <dgm:pt modelId="{07FCE0F0-BDFB-4821-BEF0-EB25FA252BF5}" type="pres">
      <dgm:prSet presAssocID="{E35C759F-B8CB-4891-919C-02B57540D4AD}" presName="parentText" presStyleLbl="node1" presStyleIdx="0" presStyleCnt="4">
        <dgm:presLayoutVars>
          <dgm:chMax val="0"/>
          <dgm:bulletEnabled val="1"/>
        </dgm:presLayoutVars>
      </dgm:prSet>
      <dgm:spPr/>
    </dgm:pt>
    <dgm:pt modelId="{B33C80EB-FC24-4285-8373-47ABB00C7AA7}" type="pres">
      <dgm:prSet presAssocID="{7C281D2E-9D9B-4E45-B5BD-BC1625D47A63}" presName="spacer" presStyleCnt="0"/>
      <dgm:spPr/>
    </dgm:pt>
    <dgm:pt modelId="{19F81B38-EF15-4523-A3E6-B2ED75908ACB}" type="pres">
      <dgm:prSet presAssocID="{752A01D5-B9F7-482B-B76E-35EF9AED1FA1}" presName="parentText" presStyleLbl="node1" presStyleIdx="1" presStyleCnt="4">
        <dgm:presLayoutVars>
          <dgm:chMax val="0"/>
          <dgm:bulletEnabled val="1"/>
        </dgm:presLayoutVars>
      </dgm:prSet>
      <dgm:spPr/>
    </dgm:pt>
    <dgm:pt modelId="{9B8ABC4D-1D48-43D9-B754-BD9BAB1B3F62}" type="pres">
      <dgm:prSet presAssocID="{BD7E115C-1114-49E1-AA1F-8DE2F642B774}" presName="spacer" presStyleCnt="0"/>
      <dgm:spPr/>
    </dgm:pt>
    <dgm:pt modelId="{2D0C30D0-174B-4EB2-ADA1-AF8A80187F8E}" type="pres">
      <dgm:prSet presAssocID="{7C953A62-3618-4B7F-BE4C-85FA8E4D39D2}" presName="parentText" presStyleLbl="node1" presStyleIdx="2" presStyleCnt="4">
        <dgm:presLayoutVars>
          <dgm:chMax val="0"/>
          <dgm:bulletEnabled val="1"/>
        </dgm:presLayoutVars>
      </dgm:prSet>
      <dgm:spPr/>
    </dgm:pt>
    <dgm:pt modelId="{4D40D56F-8960-480E-8136-BE9DE4024C32}" type="pres">
      <dgm:prSet presAssocID="{04F80024-7956-4F00-AA8D-1092874F49F0}" presName="spacer" presStyleCnt="0"/>
      <dgm:spPr/>
    </dgm:pt>
    <dgm:pt modelId="{A646F22D-3F00-48B1-B4F4-9712E25ABDAE}" type="pres">
      <dgm:prSet presAssocID="{0345F249-FE14-4ECF-BA37-D36F436F23EE}" presName="parentText" presStyleLbl="node1" presStyleIdx="3" presStyleCnt="4">
        <dgm:presLayoutVars>
          <dgm:chMax val="0"/>
          <dgm:bulletEnabled val="1"/>
        </dgm:presLayoutVars>
      </dgm:prSet>
      <dgm:spPr/>
    </dgm:pt>
  </dgm:ptLst>
  <dgm:cxnLst>
    <dgm:cxn modelId="{AF2BBE05-D393-4E34-9774-BB8964B1FF94}" type="presOf" srcId="{752A01D5-B9F7-482B-B76E-35EF9AED1FA1}" destId="{19F81B38-EF15-4523-A3E6-B2ED75908ACB}" srcOrd="0" destOrd="0" presId="urn:microsoft.com/office/officeart/2005/8/layout/vList2"/>
    <dgm:cxn modelId="{09D56A3E-A231-4EC9-827B-7E894CFF4CAF}" srcId="{B4181B0C-67EC-4A9F-BC89-A38501CDA380}" destId="{7C953A62-3618-4B7F-BE4C-85FA8E4D39D2}" srcOrd="2" destOrd="0" parTransId="{17631E94-F8C8-49EF-8FEE-3CDE54CF05E0}" sibTransId="{04F80024-7956-4F00-AA8D-1092874F49F0}"/>
    <dgm:cxn modelId="{7C6EE240-B5D9-476B-B6C2-1FB3B04E2F70}" srcId="{B4181B0C-67EC-4A9F-BC89-A38501CDA380}" destId="{0345F249-FE14-4ECF-BA37-D36F436F23EE}" srcOrd="3" destOrd="0" parTransId="{67B5C9F1-C939-49F6-BC77-C93325B429F1}" sibTransId="{9111566F-2F7F-45A2-A5AF-80420016EA29}"/>
    <dgm:cxn modelId="{A599255B-FF38-495B-BF78-F57484CAD039}" type="presOf" srcId="{B4181B0C-67EC-4A9F-BC89-A38501CDA380}" destId="{728DA94C-F591-4783-A649-7D5D7A37F042}" srcOrd="0" destOrd="0" presId="urn:microsoft.com/office/officeart/2005/8/layout/vList2"/>
    <dgm:cxn modelId="{26028242-8633-492B-BDD3-D2226CB228E1}" srcId="{B4181B0C-67EC-4A9F-BC89-A38501CDA380}" destId="{E35C759F-B8CB-4891-919C-02B57540D4AD}" srcOrd="0" destOrd="0" parTransId="{3669A4A6-08E2-417B-8644-2848A12AA1BE}" sibTransId="{7C281D2E-9D9B-4E45-B5BD-BC1625D47A63}"/>
    <dgm:cxn modelId="{0D15346F-956C-4EFF-8785-D782658962C5}" type="presOf" srcId="{0345F249-FE14-4ECF-BA37-D36F436F23EE}" destId="{A646F22D-3F00-48B1-B4F4-9712E25ABDAE}" srcOrd="0" destOrd="0" presId="urn:microsoft.com/office/officeart/2005/8/layout/vList2"/>
    <dgm:cxn modelId="{6499409B-BCDD-40F4-B248-C62625E4F647}" type="presOf" srcId="{E35C759F-B8CB-4891-919C-02B57540D4AD}" destId="{07FCE0F0-BDFB-4821-BEF0-EB25FA252BF5}" srcOrd="0" destOrd="0" presId="urn:microsoft.com/office/officeart/2005/8/layout/vList2"/>
    <dgm:cxn modelId="{17EC11B1-89D1-4045-9CB2-A6F908DC1373}" srcId="{B4181B0C-67EC-4A9F-BC89-A38501CDA380}" destId="{752A01D5-B9F7-482B-B76E-35EF9AED1FA1}" srcOrd="1" destOrd="0" parTransId="{AB92DE06-C774-45CF-8D3D-1BAF7FCCE72E}" sibTransId="{BD7E115C-1114-49E1-AA1F-8DE2F642B774}"/>
    <dgm:cxn modelId="{95F50BE0-2D78-471A-9B8F-77F5332AC7E9}" type="presOf" srcId="{7C953A62-3618-4B7F-BE4C-85FA8E4D39D2}" destId="{2D0C30D0-174B-4EB2-ADA1-AF8A80187F8E}" srcOrd="0" destOrd="0" presId="urn:microsoft.com/office/officeart/2005/8/layout/vList2"/>
    <dgm:cxn modelId="{BC2A4C42-2A47-4304-A4A6-CB8CD7D5B7CB}" type="presParOf" srcId="{728DA94C-F591-4783-A649-7D5D7A37F042}" destId="{07FCE0F0-BDFB-4821-BEF0-EB25FA252BF5}" srcOrd="0" destOrd="0" presId="urn:microsoft.com/office/officeart/2005/8/layout/vList2"/>
    <dgm:cxn modelId="{A8D29BD2-B1FE-41F4-954C-DA4EE6A872D2}" type="presParOf" srcId="{728DA94C-F591-4783-A649-7D5D7A37F042}" destId="{B33C80EB-FC24-4285-8373-47ABB00C7AA7}" srcOrd="1" destOrd="0" presId="urn:microsoft.com/office/officeart/2005/8/layout/vList2"/>
    <dgm:cxn modelId="{43FEFEA4-78A2-4662-992D-D31F988E0F31}" type="presParOf" srcId="{728DA94C-F591-4783-A649-7D5D7A37F042}" destId="{19F81B38-EF15-4523-A3E6-B2ED75908ACB}" srcOrd="2" destOrd="0" presId="urn:microsoft.com/office/officeart/2005/8/layout/vList2"/>
    <dgm:cxn modelId="{408F0050-8234-4179-BF5F-809AF9DD5CAA}" type="presParOf" srcId="{728DA94C-F591-4783-A649-7D5D7A37F042}" destId="{9B8ABC4D-1D48-43D9-B754-BD9BAB1B3F62}" srcOrd="3" destOrd="0" presId="urn:microsoft.com/office/officeart/2005/8/layout/vList2"/>
    <dgm:cxn modelId="{AA0F3925-BE31-4CED-9CBA-43B89B6BDABD}" type="presParOf" srcId="{728DA94C-F591-4783-A649-7D5D7A37F042}" destId="{2D0C30D0-174B-4EB2-ADA1-AF8A80187F8E}" srcOrd="4" destOrd="0" presId="urn:microsoft.com/office/officeart/2005/8/layout/vList2"/>
    <dgm:cxn modelId="{587ED4FC-8637-46E4-BAEC-AB1D3A179DA3}" type="presParOf" srcId="{728DA94C-F591-4783-A649-7D5D7A37F042}" destId="{4D40D56F-8960-480E-8136-BE9DE4024C32}" srcOrd="5" destOrd="0" presId="urn:microsoft.com/office/officeart/2005/8/layout/vList2"/>
    <dgm:cxn modelId="{94851BB8-1AB0-4011-B79E-D33F7981CD0F}" type="presParOf" srcId="{728DA94C-F591-4783-A649-7D5D7A37F042}" destId="{A646F22D-3F00-48B1-B4F4-9712E25ABDA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4A86E0-9AD7-4AEE-9880-CA67C352B16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BD64A141-7EC2-424C-BA90-B4F35337EAE5}">
      <dgm:prSet/>
      <dgm:spPr/>
      <dgm:t>
        <a:bodyPr/>
        <a:lstStyle/>
        <a:p>
          <a:r>
            <a:rPr lang="it-IT" dirty="0"/>
            <a:t>Avevano accesso limitato all’istruzione (NON potevano andare all’università);</a:t>
          </a:r>
          <a:endParaRPr lang="en-US" dirty="0"/>
        </a:p>
      </dgm:t>
    </dgm:pt>
    <dgm:pt modelId="{0C67F147-EC4C-4C0A-A6C5-238333039DD9}" type="parTrans" cxnId="{5D0B7A22-920B-4A6C-BABD-53CA10EB9617}">
      <dgm:prSet/>
      <dgm:spPr/>
      <dgm:t>
        <a:bodyPr/>
        <a:lstStyle/>
        <a:p>
          <a:endParaRPr lang="en-US"/>
        </a:p>
      </dgm:t>
    </dgm:pt>
    <dgm:pt modelId="{14C3529A-C1E6-47F3-9656-EFD49DAB8155}" type="sibTrans" cxnId="{5D0B7A22-920B-4A6C-BABD-53CA10EB9617}">
      <dgm:prSet/>
      <dgm:spPr/>
      <dgm:t>
        <a:bodyPr/>
        <a:lstStyle/>
        <a:p>
          <a:endParaRPr lang="en-US"/>
        </a:p>
      </dgm:t>
    </dgm:pt>
    <dgm:pt modelId="{4454B5CB-6460-4D70-AD74-A87A0CA91F35}">
      <dgm:prSet/>
      <dgm:spPr/>
      <dgm:t>
        <a:bodyPr/>
        <a:lstStyle/>
        <a:p>
          <a:r>
            <a:rPr lang="it-IT" dirty="0"/>
            <a:t>Erano escluse dall’insegnamento universitario;</a:t>
          </a:r>
          <a:endParaRPr lang="en-US" dirty="0"/>
        </a:p>
      </dgm:t>
    </dgm:pt>
    <dgm:pt modelId="{E4DADBBC-27D0-4FA6-A708-6D44D647B391}" type="parTrans" cxnId="{608C9E49-9C45-40C9-A2CD-25C68A074202}">
      <dgm:prSet/>
      <dgm:spPr/>
      <dgm:t>
        <a:bodyPr/>
        <a:lstStyle/>
        <a:p>
          <a:endParaRPr lang="en-US"/>
        </a:p>
      </dgm:t>
    </dgm:pt>
    <dgm:pt modelId="{C5532692-72F2-437C-BA4B-E20E14D17B98}" type="sibTrans" cxnId="{608C9E49-9C45-40C9-A2CD-25C68A074202}">
      <dgm:prSet/>
      <dgm:spPr/>
      <dgm:t>
        <a:bodyPr/>
        <a:lstStyle/>
        <a:p>
          <a:endParaRPr lang="en-US"/>
        </a:p>
      </dgm:t>
    </dgm:pt>
    <dgm:pt modelId="{4EB16E1A-39C2-4F00-920E-1A7BF9C34DF1}">
      <dgm:prSet/>
      <dgm:spPr/>
      <dgm:t>
        <a:bodyPr/>
        <a:lstStyle/>
        <a:p>
          <a:r>
            <a:rPr lang="it-IT"/>
            <a:t>Non potevano fare le medichesse;</a:t>
          </a:r>
          <a:endParaRPr lang="en-US"/>
        </a:p>
      </dgm:t>
    </dgm:pt>
    <dgm:pt modelId="{035536D1-F368-42FD-8017-DCFD237FA361}" type="parTrans" cxnId="{87506D0F-8FDD-42D9-9522-26BDD727D76E}">
      <dgm:prSet/>
      <dgm:spPr/>
      <dgm:t>
        <a:bodyPr/>
        <a:lstStyle/>
        <a:p>
          <a:endParaRPr lang="en-US"/>
        </a:p>
      </dgm:t>
    </dgm:pt>
    <dgm:pt modelId="{BDAD2A97-D245-44D7-B158-7F1BC5687E77}" type="sibTrans" cxnId="{87506D0F-8FDD-42D9-9522-26BDD727D76E}">
      <dgm:prSet/>
      <dgm:spPr/>
      <dgm:t>
        <a:bodyPr/>
        <a:lstStyle/>
        <a:p>
          <a:endParaRPr lang="en-US"/>
        </a:p>
      </dgm:t>
    </dgm:pt>
    <dgm:pt modelId="{DAB743DF-5975-48F3-89C7-5C034781DB6B}">
      <dgm:prSet/>
      <dgm:spPr/>
      <dgm:t>
        <a:bodyPr/>
        <a:lstStyle/>
        <a:p>
          <a:r>
            <a:rPr lang="it-IT"/>
            <a:t>Non potevano assumere posizioni politiche di rilievo;</a:t>
          </a:r>
          <a:endParaRPr lang="en-US"/>
        </a:p>
      </dgm:t>
    </dgm:pt>
    <dgm:pt modelId="{0345F90F-4746-4DBD-AE90-680048AF8D65}" type="parTrans" cxnId="{34C06B1F-4839-4003-960F-3DA7274120DC}">
      <dgm:prSet/>
      <dgm:spPr/>
      <dgm:t>
        <a:bodyPr/>
        <a:lstStyle/>
        <a:p>
          <a:endParaRPr lang="en-US"/>
        </a:p>
      </dgm:t>
    </dgm:pt>
    <dgm:pt modelId="{18911035-51B3-4399-B7C1-50DA86143EBB}" type="sibTrans" cxnId="{34C06B1F-4839-4003-960F-3DA7274120DC}">
      <dgm:prSet/>
      <dgm:spPr/>
      <dgm:t>
        <a:bodyPr/>
        <a:lstStyle/>
        <a:p>
          <a:endParaRPr lang="en-US"/>
        </a:p>
      </dgm:t>
    </dgm:pt>
    <dgm:pt modelId="{B238C857-301A-41EC-903C-544BC82906AD}">
      <dgm:prSet/>
      <dgm:spPr/>
      <dgm:t>
        <a:bodyPr/>
        <a:lstStyle/>
        <a:p>
          <a:r>
            <a:rPr lang="it-IT"/>
            <a:t>Potevano essere membri del partito ma SOLO in condizione subordinata;</a:t>
          </a:r>
          <a:endParaRPr lang="en-US"/>
        </a:p>
      </dgm:t>
    </dgm:pt>
    <dgm:pt modelId="{809266B3-39E7-4BF1-A519-A68475003188}" type="parTrans" cxnId="{68D021BB-36F1-41BC-A154-AD938AD3EF3C}">
      <dgm:prSet/>
      <dgm:spPr/>
      <dgm:t>
        <a:bodyPr/>
        <a:lstStyle/>
        <a:p>
          <a:endParaRPr lang="en-US"/>
        </a:p>
      </dgm:t>
    </dgm:pt>
    <dgm:pt modelId="{E6F84B31-AF8A-4ED2-8A53-2E24E886EEA1}" type="sibTrans" cxnId="{68D021BB-36F1-41BC-A154-AD938AD3EF3C}">
      <dgm:prSet/>
      <dgm:spPr/>
      <dgm:t>
        <a:bodyPr/>
        <a:lstStyle/>
        <a:p>
          <a:endParaRPr lang="en-US"/>
        </a:p>
      </dgm:t>
    </dgm:pt>
    <dgm:pt modelId="{3A6017CE-80BC-4264-9524-7946B6DD7C75}">
      <dgm:prSet/>
      <dgm:spPr/>
      <dgm:t>
        <a:bodyPr/>
        <a:lstStyle/>
        <a:p>
          <a:r>
            <a:rPr lang="it-IT"/>
            <a:t>Durante la guerra divennero personale militare ausiliario</a:t>
          </a:r>
          <a:endParaRPr lang="en-US"/>
        </a:p>
      </dgm:t>
    </dgm:pt>
    <dgm:pt modelId="{94D2EDBF-70C8-484F-AF96-C9CE5A515AFC}" type="parTrans" cxnId="{7AAB1EB4-E500-49FD-AB16-329577881952}">
      <dgm:prSet/>
      <dgm:spPr/>
      <dgm:t>
        <a:bodyPr/>
        <a:lstStyle/>
        <a:p>
          <a:endParaRPr lang="en-US"/>
        </a:p>
      </dgm:t>
    </dgm:pt>
    <dgm:pt modelId="{AD1513D7-CA4A-44AF-BFBE-BC5E30CBD96B}" type="sibTrans" cxnId="{7AAB1EB4-E500-49FD-AB16-329577881952}">
      <dgm:prSet/>
      <dgm:spPr/>
      <dgm:t>
        <a:bodyPr/>
        <a:lstStyle/>
        <a:p>
          <a:endParaRPr lang="en-US"/>
        </a:p>
      </dgm:t>
    </dgm:pt>
    <dgm:pt modelId="{4852683C-8CFF-4724-B9CF-04F86D9AE971}" type="pres">
      <dgm:prSet presAssocID="{384A86E0-9AD7-4AEE-9880-CA67C352B160}" presName="diagram" presStyleCnt="0">
        <dgm:presLayoutVars>
          <dgm:dir/>
          <dgm:resizeHandles val="exact"/>
        </dgm:presLayoutVars>
      </dgm:prSet>
      <dgm:spPr/>
    </dgm:pt>
    <dgm:pt modelId="{34BCEAA8-779A-44ED-B5B5-6BEA123025A9}" type="pres">
      <dgm:prSet presAssocID="{BD64A141-7EC2-424C-BA90-B4F35337EAE5}" presName="node" presStyleLbl="node1" presStyleIdx="0" presStyleCnt="6">
        <dgm:presLayoutVars>
          <dgm:bulletEnabled val="1"/>
        </dgm:presLayoutVars>
      </dgm:prSet>
      <dgm:spPr/>
    </dgm:pt>
    <dgm:pt modelId="{D9C52A6A-7341-4A93-B660-FC839A5636E1}" type="pres">
      <dgm:prSet presAssocID="{14C3529A-C1E6-47F3-9656-EFD49DAB8155}" presName="sibTrans" presStyleCnt="0"/>
      <dgm:spPr/>
    </dgm:pt>
    <dgm:pt modelId="{2E86AA75-1F24-4F72-9BC0-FF4BF5F8B144}" type="pres">
      <dgm:prSet presAssocID="{4454B5CB-6460-4D70-AD74-A87A0CA91F35}" presName="node" presStyleLbl="node1" presStyleIdx="1" presStyleCnt="6">
        <dgm:presLayoutVars>
          <dgm:bulletEnabled val="1"/>
        </dgm:presLayoutVars>
      </dgm:prSet>
      <dgm:spPr/>
    </dgm:pt>
    <dgm:pt modelId="{F7455534-1598-440B-BBFB-5047818CFF16}" type="pres">
      <dgm:prSet presAssocID="{C5532692-72F2-437C-BA4B-E20E14D17B98}" presName="sibTrans" presStyleCnt="0"/>
      <dgm:spPr/>
    </dgm:pt>
    <dgm:pt modelId="{67995C79-8254-455A-A67B-C73E638C7B9F}" type="pres">
      <dgm:prSet presAssocID="{4EB16E1A-39C2-4F00-920E-1A7BF9C34DF1}" presName="node" presStyleLbl="node1" presStyleIdx="2" presStyleCnt="6">
        <dgm:presLayoutVars>
          <dgm:bulletEnabled val="1"/>
        </dgm:presLayoutVars>
      </dgm:prSet>
      <dgm:spPr/>
    </dgm:pt>
    <dgm:pt modelId="{F851FDC4-6BD0-4984-8079-DBD2FEA50ECC}" type="pres">
      <dgm:prSet presAssocID="{BDAD2A97-D245-44D7-B158-7F1BC5687E77}" presName="sibTrans" presStyleCnt="0"/>
      <dgm:spPr/>
    </dgm:pt>
    <dgm:pt modelId="{B49994BE-2A5A-4295-9409-E9BCD8CD8591}" type="pres">
      <dgm:prSet presAssocID="{DAB743DF-5975-48F3-89C7-5C034781DB6B}" presName="node" presStyleLbl="node1" presStyleIdx="3" presStyleCnt="6">
        <dgm:presLayoutVars>
          <dgm:bulletEnabled val="1"/>
        </dgm:presLayoutVars>
      </dgm:prSet>
      <dgm:spPr/>
    </dgm:pt>
    <dgm:pt modelId="{8F6EC9C3-E4DC-45F9-AE37-A3B8419CE69B}" type="pres">
      <dgm:prSet presAssocID="{18911035-51B3-4399-B7C1-50DA86143EBB}" presName="sibTrans" presStyleCnt="0"/>
      <dgm:spPr/>
    </dgm:pt>
    <dgm:pt modelId="{D90A1F05-3F32-483A-B2B9-B0BD1DA4FEFD}" type="pres">
      <dgm:prSet presAssocID="{B238C857-301A-41EC-903C-544BC82906AD}" presName="node" presStyleLbl="node1" presStyleIdx="4" presStyleCnt="6">
        <dgm:presLayoutVars>
          <dgm:bulletEnabled val="1"/>
        </dgm:presLayoutVars>
      </dgm:prSet>
      <dgm:spPr/>
    </dgm:pt>
    <dgm:pt modelId="{51E226A6-798F-4425-98BB-28087514FCF4}" type="pres">
      <dgm:prSet presAssocID="{E6F84B31-AF8A-4ED2-8A53-2E24E886EEA1}" presName="sibTrans" presStyleCnt="0"/>
      <dgm:spPr/>
    </dgm:pt>
    <dgm:pt modelId="{31A66416-8016-4B7C-9AC1-C139865666A2}" type="pres">
      <dgm:prSet presAssocID="{3A6017CE-80BC-4264-9524-7946B6DD7C75}" presName="node" presStyleLbl="node1" presStyleIdx="5" presStyleCnt="6">
        <dgm:presLayoutVars>
          <dgm:bulletEnabled val="1"/>
        </dgm:presLayoutVars>
      </dgm:prSet>
      <dgm:spPr/>
    </dgm:pt>
  </dgm:ptLst>
  <dgm:cxnLst>
    <dgm:cxn modelId="{87506D0F-8FDD-42D9-9522-26BDD727D76E}" srcId="{384A86E0-9AD7-4AEE-9880-CA67C352B160}" destId="{4EB16E1A-39C2-4F00-920E-1A7BF9C34DF1}" srcOrd="2" destOrd="0" parTransId="{035536D1-F368-42FD-8017-DCFD237FA361}" sibTransId="{BDAD2A97-D245-44D7-B158-7F1BC5687E77}"/>
    <dgm:cxn modelId="{34C06B1F-4839-4003-960F-3DA7274120DC}" srcId="{384A86E0-9AD7-4AEE-9880-CA67C352B160}" destId="{DAB743DF-5975-48F3-89C7-5C034781DB6B}" srcOrd="3" destOrd="0" parTransId="{0345F90F-4746-4DBD-AE90-680048AF8D65}" sibTransId="{18911035-51B3-4399-B7C1-50DA86143EBB}"/>
    <dgm:cxn modelId="{5D0B7A22-920B-4A6C-BABD-53CA10EB9617}" srcId="{384A86E0-9AD7-4AEE-9880-CA67C352B160}" destId="{BD64A141-7EC2-424C-BA90-B4F35337EAE5}" srcOrd="0" destOrd="0" parTransId="{0C67F147-EC4C-4C0A-A6C5-238333039DD9}" sibTransId="{14C3529A-C1E6-47F3-9656-EFD49DAB8155}"/>
    <dgm:cxn modelId="{608C9E49-9C45-40C9-A2CD-25C68A074202}" srcId="{384A86E0-9AD7-4AEE-9880-CA67C352B160}" destId="{4454B5CB-6460-4D70-AD74-A87A0CA91F35}" srcOrd="1" destOrd="0" parTransId="{E4DADBBC-27D0-4FA6-A708-6D44D647B391}" sibTransId="{C5532692-72F2-437C-BA4B-E20E14D17B98}"/>
    <dgm:cxn modelId="{85720E57-D919-4D08-AFFB-96CF2E7360F0}" type="presOf" srcId="{3A6017CE-80BC-4264-9524-7946B6DD7C75}" destId="{31A66416-8016-4B7C-9AC1-C139865666A2}" srcOrd="0" destOrd="0" presId="urn:microsoft.com/office/officeart/2005/8/layout/default"/>
    <dgm:cxn modelId="{62032B8A-7841-4F7F-8ABA-F1E57B62DE2B}" type="presOf" srcId="{4454B5CB-6460-4D70-AD74-A87A0CA91F35}" destId="{2E86AA75-1F24-4F72-9BC0-FF4BF5F8B144}" srcOrd="0" destOrd="0" presId="urn:microsoft.com/office/officeart/2005/8/layout/default"/>
    <dgm:cxn modelId="{7AAB1EB4-E500-49FD-AB16-329577881952}" srcId="{384A86E0-9AD7-4AEE-9880-CA67C352B160}" destId="{3A6017CE-80BC-4264-9524-7946B6DD7C75}" srcOrd="5" destOrd="0" parTransId="{94D2EDBF-70C8-484F-AF96-C9CE5A515AFC}" sibTransId="{AD1513D7-CA4A-44AF-BFBE-BC5E30CBD96B}"/>
    <dgm:cxn modelId="{68D021BB-36F1-41BC-A154-AD938AD3EF3C}" srcId="{384A86E0-9AD7-4AEE-9880-CA67C352B160}" destId="{B238C857-301A-41EC-903C-544BC82906AD}" srcOrd="4" destOrd="0" parTransId="{809266B3-39E7-4BF1-A519-A68475003188}" sibTransId="{E6F84B31-AF8A-4ED2-8A53-2E24E886EEA1}"/>
    <dgm:cxn modelId="{0FEA7DE1-B32D-4264-B26F-26C736935235}" type="presOf" srcId="{4EB16E1A-39C2-4F00-920E-1A7BF9C34DF1}" destId="{67995C79-8254-455A-A67B-C73E638C7B9F}" srcOrd="0" destOrd="0" presId="urn:microsoft.com/office/officeart/2005/8/layout/default"/>
    <dgm:cxn modelId="{3B85D8E4-F488-403B-9A5F-B53B74DB14B3}" type="presOf" srcId="{B238C857-301A-41EC-903C-544BC82906AD}" destId="{D90A1F05-3F32-483A-B2B9-B0BD1DA4FEFD}" srcOrd="0" destOrd="0" presId="urn:microsoft.com/office/officeart/2005/8/layout/default"/>
    <dgm:cxn modelId="{076A82E5-C919-4EC1-A8EB-99439A6DB77F}" type="presOf" srcId="{384A86E0-9AD7-4AEE-9880-CA67C352B160}" destId="{4852683C-8CFF-4724-B9CF-04F86D9AE971}" srcOrd="0" destOrd="0" presId="urn:microsoft.com/office/officeart/2005/8/layout/default"/>
    <dgm:cxn modelId="{C3E0DAEB-D0ED-4F3F-9ECC-A1B98E518265}" type="presOf" srcId="{DAB743DF-5975-48F3-89C7-5C034781DB6B}" destId="{B49994BE-2A5A-4295-9409-E9BCD8CD8591}" srcOrd="0" destOrd="0" presId="urn:microsoft.com/office/officeart/2005/8/layout/default"/>
    <dgm:cxn modelId="{D011F9F8-FDF2-4258-9A40-11F93BFB7920}" type="presOf" srcId="{BD64A141-7EC2-424C-BA90-B4F35337EAE5}" destId="{34BCEAA8-779A-44ED-B5B5-6BEA123025A9}" srcOrd="0" destOrd="0" presId="urn:microsoft.com/office/officeart/2005/8/layout/default"/>
    <dgm:cxn modelId="{2206A380-1627-4EF0-85FF-001608DA894B}" type="presParOf" srcId="{4852683C-8CFF-4724-B9CF-04F86D9AE971}" destId="{34BCEAA8-779A-44ED-B5B5-6BEA123025A9}" srcOrd="0" destOrd="0" presId="urn:microsoft.com/office/officeart/2005/8/layout/default"/>
    <dgm:cxn modelId="{B9C98628-5F11-4BD1-9808-D9886422099D}" type="presParOf" srcId="{4852683C-8CFF-4724-B9CF-04F86D9AE971}" destId="{D9C52A6A-7341-4A93-B660-FC839A5636E1}" srcOrd="1" destOrd="0" presId="urn:microsoft.com/office/officeart/2005/8/layout/default"/>
    <dgm:cxn modelId="{66F4E953-E1A8-4CDE-B3C0-9E55CFC53211}" type="presParOf" srcId="{4852683C-8CFF-4724-B9CF-04F86D9AE971}" destId="{2E86AA75-1F24-4F72-9BC0-FF4BF5F8B144}" srcOrd="2" destOrd="0" presId="urn:microsoft.com/office/officeart/2005/8/layout/default"/>
    <dgm:cxn modelId="{07974E70-4B0B-469E-90C7-7F2E34F4F8D1}" type="presParOf" srcId="{4852683C-8CFF-4724-B9CF-04F86D9AE971}" destId="{F7455534-1598-440B-BBFB-5047818CFF16}" srcOrd="3" destOrd="0" presId="urn:microsoft.com/office/officeart/2005/8/layout/default"/>
    <dgm:cxn modelId="{D290F882-E163-40F6-9CAE-A4767F0724BE}" type="presParOf" srcId="{4852683C-8CFF-4724-B9CF-04F86D9AE971}" destId="{67995C79-8254-455A-A67B-C73E638C7B9F}" srcOrd="4" destOrd="0" presId="urn:microsoft.com/office/officeart/2005/8/layout/default"/>
    <dgm:cxn modelId="{E20427F1-19E3-41BA-8C45-07E89EC10EBF}" type="presParOf" srcId="{4852683C-8CFF-4724-B9CF-04F86D9AE971}" destId="{F851FDC4-6BD0-4984-8079-DBD2FEA50ECC}" srcOrd="5" destOrd="0" presId="urn:microsoft.com/office/officeart/2005/8/layout/default"/>
    <dgm:cxn modelId="{56CFDD52-1524-46A5-9F48-7AEED47C541A}" type="presParOf" srcId="{4852683C-8CFF-4724-B9CF-04F86D9AE971}" destId="{B49994BE-2A5A-4295-9409-E9BCD8CD8591}" srcOrd="6" destOrd="0" presId="urn:microsoft.com/office/officeart/2005/8/layout/default"/>
    <dgm:cxn modelId="{18A71AC5-1B4E-48A6-9004-27DD1503B204}" type="presParOf" srcId="{4852683C-8CFF-4724-B9CF-04F86D9AE971}" destId="{8F6EC9C3-E4DC-45F9-AE37-A3B8419CE69B}" srcOrd="7" destOrd="0" presId="urn:microsoft.com/office/officeart/2005/8/layout/default"/>
    <dgm:cxn modelId="{CF8384DF-794D-43DD-B21E-50D310D0984B}" type="presParOf" srcId="{4852683C-8CFF-4724-B9CF-04F86D9AE971}" destId="{D90A1F05-3F32-483A-B2B9-B0BD1DA4FEFD}" srcOrd="8" destOrd="0" presId="urn:microsoft.com/office/officeart/2005/8/layout/default"/>
    <dgm:cxn modelId="{C6EF8C1A-8A6B-45FA-A541-D4B9CE28DE57}" type="presParOf" srcId="{4852683C-8CFF-4724-B9CF-04F86D9AE971}" destId="{51E226A6-798F-4425-98BB-28087514FCF4}" srcOrd="9" destOrd="0" presId="urn:microsoft.com/office/officeart/2005/8/layout/default"/>
    <dgm:cxn modelId="{A27BDFD2-7D5F-4C3E-938F-B33F88CF68BA}" type="presParOf" srcId="{4852683C-8CFF-4724-B9CF-04F86D9AE971}" destId="{31A66416-8016-4B7C-9AC1-C139865666A2}"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78E6EC-D64E-4F6B-A554-737AAF29026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558F44F-E962-4100-96AF-5AE0EB5A8CE8}">
      <dgm:prSet/>
      <dgm:spPr/>
      <dgm:t>
        <a:bodyPr/>
        <a:lstStyle/>
        <a:p>
          <a:r>
            <a:rPr lang="it-IT"/>
            <a:t>LA RIVOLUZIONE BOLSCEVICA TRASFORMA L’ISTUTUZIONE FAMILIARE;</a:t>
          </a:r>
          <a:endParaRPr lang="en-US"/>
        </a:p>
      </dgm:t>
    </dgm:pt>
    <dgm:pt modelId="{F9AAA47A-72D8-49BC-BF3A-9E93924DF373}" type="parTrans" cxnId="{131ACF92-D498-4DB7-B189-B17A99724B27}">
      <dgm:prSet/>
      <dgm:spPr/>
      <dgm:t>
        <a:bodyPr/>
        <a:lstStyle/>
        <a:p>
          <a:endParaRPr lang="en-US"/>
        </a:p>
      </dgm:t>
    </dgm:pt>
    <dgm:pt modelId="{6BD66B37-1E7D-4C80-AD42-6E71C22412E8}" type="sibTrans" cxnId="{131ACF92-D498-4DB7-B189-B17A99724B27}">
      <dgm:prSet/>
      <dgm:spPr/>
      <dgm:t>
        <a:bodyPr/>
        <a:lstStyle/>
        <a:p>
          <a:endParaRPr lang="en-US"/>
        </a:p>
      </dgm:t>
    </dgm:pt>
    <dgm:pt modelId="{13704EF4-140E-4E9F-AFA1-439E4536AFA2}">
      <dgm:prSet/>
      <dgm:spPr/>
      <dgm:t>
        <a:bodyPr/>
        <a:lstStyle/>
        <a:p>
          <a:r>
            <a:rPr lang="it-IT"/>
            <a:t>I CONIUGI CONSERVANO I LORO DIRITTI DI PROPRIETA’;</a:t>
          </a:r>
          <a:endParaRPr lang="en-US"/>
        </a:p>
      </dgm:t>
    </dgm:pt>
    <dgm:pt modelId="{346E05B5-0FA6-46C6-B3EA-4B06B6C4CA53}" type="parTrans" cxnId="{EE2DD179-61D2-4118-806F-EE8ACA7DBF38}">
      <dgm:prSet/>
      <dgm:spPr/>
      <dgm:t>
        <a:bodyPr/>
        <a:lstStyle/>
        <a:p>
          <a:endParaRPr lang="en-US"/>
        </a:p>
      </dgm:t>
    </dgm:pt>
    <dgm:pt modelId="{4A2A0CF1-2AE9-49BD-B3AF-02DDB87502ED}" type="sibTrans" cxnId="{EE2DD179-61D2-4118-806F-EE8ACA7DBF38}">
      <dgm:prSet/>
      <dgm:spPr/>
      <dgm:t>
        <a:bodyPr/>
        <a:lstStyle/>
        <a:p>
          <a:endParaRPr lang="en-US"/>
        </a:p>
      </dgm:t>
    </dgm:pt>
    <dgm:pt modelId="{1477CE74-797F-48FA-BD39-2429A61C9E08}">
      <dgm:prSet/>
      <dgm:spPr/>
      <dgm:t>
        <a:bodyPr/>
        <a:lstStyle/>
        <a:p>
          <a:r>
            <a:rPr lang="it-IT"/>
            <a:t>I RELATIVI GUADAGNI;</a:t>
          </a:r>
          <a:endParaRPr lang="en-US"/>
        </a:p>
      </dgm:t>
    </dgm:pt>
    <dgm:pt modelId="{E0309515-8CA4-474A-9A4C-42C4444350C0}" type="parTrans" cxnId="{20236C04-3AD5-465B-B17A-1DEA64721D5C}">
      <dgm:prSet/>
      <dgm:spPr/>
      <dgm:t>
        <a:bodyPr/>
        <a:lstStyle/>
        <a:p>
          <a:endParaRPr lang="en-US"/>
        </a:p>
      </dgm:t>
    </dgm:pt>
    <dgm:pt modelId="{35BC5460-9A2F-4777-BEE1-6109130F36EE}" type="sibTrans" cxnId="{20236C04-3AD5-465B-B17A-1DEA64721D5C}">
      <dgm:prSet/>
      <dgm:spPr/>
      <dgm:t>
        <a:bodyPr/>
        <a:lstStyle/>
        <a:p>
          <a:endParaRPr lang="en-US"/>
        </a:p>
      </dgm:t>
    </dgm:pt>
    <dgm:pt modelId="{0EBD4297-6A6C-4CEC-B044-A717D534BF0C}">
      <dgm:prSet/>
      <dgm:spPr/>
      <dgm:t>
        <a:bodyPr/>
        <a:lstStyle/>
        <a:p>
          <a:r>
            <a:rPr lang="it-IT"/>
            <a:t>I FIGLI NATI FUORI DAL MATRIMONIO HANNO GLI STESSI DIRITTI DEI FIGLI LEGITTIMI;</a:t>
          </a:r>
          <a:endParaRPr lang="en-US"/>
        </a:p>
      </dgm:t>
    </dgm:pt>
    <dgm:pt modelId="{C609BA55-2F9C-41A0-BE8F-D8A6BA9C4E1A}" type="parTrans" cxnId="{BCF6BAC9-90BC-4D20-B12F-63718860E6DB}">
      <dgm:prSet/>
      <dgm:spPr/>
      <dgm:t>
        <a:bodyPr/>
        <a:lstStyle/>
        <a:p>
          <a:endParaRPr lang="en-US"/>
        </a:p>
      </dgm:t>
    </dgm:pt>
    <dgm:pt modelId="{D4E3CF9A-AC2B-4B45-8A8D-D1D2C1EC150D}" type="sibTrans" cxnId="{BCF6BAC9-90BC-4D20-B12F-63718860E6DB}">
      <dgm:prSet/>
      <dgm:spPr/>
      <dgm:t>
        <a:bodyPr/>
        <a:lstStyle/>
        <a:p>
          <a:endParaRPr lang="en-US"/>
        </a:p>
      </dgm:t>
    </dgm:pt>
    <dgm:pt modelId="{F6B5E618-5F01-48E0-ADFE-6817D1D2934B}">
      <dgm:prSet/>
      <dgm:spPr/>
      <dgm:t>
        <a:bodyPr/>
        <a:lstStyle/>
        <a:p>
          <a:r>
            <a:rPr lang="it-IT"/>
            <a:t>IL DIVORZIO E’ AMMESSO;</a:t>
          </a:r>
          <a:endParaRPr lang="en-US"/>
        </a:p>
      </dgm:t>
    </dgm:pt>
    <dgm:pt modelId="{CE41FAEB-4FB5-4855-AA4B-C224792F3F22}" type="parTrans" cxnId="{A13B0B92-BDB0-49F1-BA6F-F1C64BB7C13D}">
      <dgm:prSet/>
      <dgm:spPr/>
      <dgm:t>
        <a:bodyPr/>
        <a:lstStyle/>
        <a:p>
          <a:endParaRPr lang="en-US"/>
        </a:p>
      </dgm:t>
    </dgm:pt>
    <dgm:pt modelId="{D5FE05CF-17ED-48F0-987A-161EF51C3C2A}" type="sibTrans" cxnId="{A13B0B92-BDB0-49F1-BA6F-F1C64BB7C13D}">
      <dgm:prSet/>
      <dgm:spPr/>
      <dgm:t>
        <a:bodyPr/>
        <a:lstStyle/>
        <a:p>
          <a:endParaRPr lang="en-US"/>
        </a:p>
      </dgm:t>
    </dgm:pt>
    <dgm:pt modelId="{0A920B4B-D1B5-4269-878C-B0E832E0C251}">
      <dgm:prSet/>
      <dgm:spPr/>
      <dgm:t>
        <a:bodyPr/>
        <a:lstStyle/>
        <a:p>
          <a:r>
            <a:rPr lang="it-IT"/>
            <a:t>PARITA’ DI LAVORO;</a:t>
          </a:r>
          <a:endParaRPr lang="en-US"/>
        </a:p>
      </dgm:t>
    </dgm:pt>
    <dgm:pt modelId="{72C8466B-1AD2-4C26-B016-F73BE92949F1}" type="parTrans" cxnId="{6F74036C-B4E7-488A-9764-4A0A6A140C0B}">
      <dgm:prSet/>
      <dgm:spPr/>
      <dgm:t>
        <a:bodyPr/>
        <a:lstStyle/>
        <a:p>
          <a:endParaRPr lang="en-US"/>
        </a:p>
      </dgm:t>
    </dgm:pt>
    <dgm:pt modelId="{9C0222A8-13F4-4897-9301-D48BC113C249}" type="sibTrans" cxnId="{6F74036C-B4E7-488A-9764-4A0A6A140C0B}">
      <dgm:prSet/>
      <dgm:spPr/>
      <dgm:t>
        <a:bodyPr/>
        <a:lstStyle/>
        <a:p>
          <a:endParaRPr lang="en-US"/>
        </a:p>
      </dgm:t>
    </dgm:pt>
    <dgm:pt modelId="{5CADF93E-3620-433F-B39C-346E5EF0C9BE}">
      <dgm:prSet/>
      <dgm:spPr/>
      <dgm:t>
        <a:bodyPr/>
        <a:lstStyle/>
        <a:p>
          <a:r>
            <a:rPr lang="it-IT"/>
            <a:t>PARITA’ DI RETRIBUZIONE</a:t>
          </a:r>
          <a:endParaRPr lang="en-US"/>
        </a:p>
      </dgm:t>
    </dgm:pt>
    <dgm:pt modelId="{E4984106-1AAC-4CBA-B9AA-5398FFEAEF39}" type="parTrans" cxnId="{3A580CDF-D8DA-4ECB-A136-BD0E6E13A988}">
      <dgm:prSet/>
      <dgm:spPr/>
      <dgm:t>
        <a:bodyPr/>
        <a:lstStyle/>
        <a:p>
          <a:endParaRPr lang="en-US"/>
        </a:p>
      </dgm:t>
    </dgm:pt>
    <dgm:pt modelId="{C653CE3A-566B-4526-B8DA-E18C1EDCCF9A}" type="sibTrans" cxnId="{3A580CDF-D8DA-4ECB-A136-BD0E6E13A988}">
      <dgm:prSet/>
      <dgm:spPr/>
      <dgm:t>
        <a:bodyPr/>
        <a:lstStyle/>
        <a:p>
          <a:endParaRPr lang="en-US"/>
        </a:p>
      </dgm:t>
    </dgm:pt>
    <dgm:pt modelId="{985D2CF6-5EA3-43CC-8F03-4152C7BE2B2E}" type="pres">
      <dgm:prSet presAssocID="{8378E6EC-D64E-4F6B-A554-737AAF29026B}" presName="linear" presStyleCnt="0">
        <dgm:presLayoutVars>
          <dgm:animLvl val="lvl"/>
          <dgm:resizeHandles val="exact"/>
        </dgm:presLayoutVars>
      </dgm:prSet>
      <dgm:spPr/>
    </dgm:pt>
    <dgm:pt modelId="{9384D318-0F71-4978-8990-F2EB800DB91B}" type="pres">
      <dgm:prSet presAssocID="{8558F44F-E962-4100-96AF-5AE0EB5A8CE8}" presName="parentText" presStyleLbl="node1" presStyleIdx="0" presStyleCnt="7">
        <dgm:presLayoutVars>
          <dgm:chMax val="0"/>
          <dgm:bulletEnabled val="1"/>
        </dgm:presLayoutVars>
      </dgm:prSet>
      <dgm:spPr/>
    </dgm:pt>
    <dgm:pt modelId="{6A3C09D0-A387-416C-93D3-BF2CA40C6BA5}" type="pres">
      <dgm:prSet presAssocID="{6BD66B37-1E7D-4C80-AD42-6E71C22412E8}" presName="spacer" presStyleCnt="0"/>
      <dgm:spPr/>
    </dgm:pt>
    <dgm:pt modelId="{FA338D0B-6960-4A90-9AE1-CBF46E98F2CD}" type="pres">
      <dgm:prSet presAssocID="{13704EF4-140E-4E9F-AFA1-439E4536AFA2}" presName="parentText" presStyleLbl="node1" presStyleIdx="1" presStyleCnt="7">
        <dgm:presLayoutVars>
          <dgm:chMax val="0"/>
          <dgm:bulletEnabled val="1"/>
        </dgm:presLayoutVars>
      </dgm:prSet>
      <dgm:spPr/>
    </dgm:pt>
    <dgm:pt modelId="{159CB27C-7B4C-4F70-ADDF-05ED16E2ED0B}" type="pres">
      <dgm:prSet presAssocID="{4A2A0CF1-2AE9-49BD-B3AF-02DDB87502ED}" presName="spacer" presStyleCnt="0"/>
      <dgm:spPr/>
    </dgm:pt>
    <dgm:pt modelId="{80CCB1D1-B359-404B-81ED-7D5702EED99C}" type="pres">
      <dgm:prSet presAssocID="{1477CE74-797F-48FA-BD39-2429A61C9E08}" presName="parentText" presStyleLbl="node1" presStyleIdx="2" presStyleCnt="7">
        <dgm:presLayoutVars>
          <dgm:chMax val="0"/>
          <dgm:bulletEnabled val="1"/>
        </dgm:presLayoutVars>
      </dgm:prSet>
      <dgm:spPr/>
    </dgm:pt>
    <dgm:pt modelId="{70691D0F-48C4-45A9-9705-DD2D66F33DA4}" type="pres">
      <dgm:prSet presAssocID="{35BC5460-9A2F-4777-BEE1-6109130F36EE}" presName="spacer" presStyleCnt="0"/>
      <dgm:spPr/>
    </dgm:pt>
    <dgm:pt modelId="{E138143C-7A10-47D0-ABC4-4037ABF2676B}" type="pres">
      <dgm:prSet presAssocID="{0EBD4297-6A6C-4CEC-B044-A717D534BF0C}" presName="parentText" presStyleLbl="node1" presStyleIdx="3" presStyleCnt="7">
        <dgm:presLayoutVars>
          <dgm:chMax val="0"/>
          <dgm:bulletEnabled val="1"/>
        </dgm:presLayoutVars>
      </dgm:prSet>
      <dgm:spPr/>
    </dgm:pt>
    <dgm:pt modelId="{C0787A7B-A185-4269-979F-0D81D760632E}" type="pres">
      <dgm:prSet presAssocID="{D4E3CF9A-AC2B-4B45-8A8D-D1D2C1EC150D}" presName="spacer" presStyleCnt="0"/>
      <dgm:spPr/>
    </dgm:pt>
    <dgm:pt modelId="{A32F5C2A-4898-4F1D-8649-C0BBED78A6E1}" type="pres">
      <dgm:prSet presAssocID="{F6B5E618-5F01-48E0-ADFE-6817D1D2934B}" presName="parentText" presStyleLbl="node1" presStyleIdx="4" presStyleCnt="7">
        <dgm:presLayoutVars>
          <dgm:chMax val="0"/>
          <dgm:bulletEnabled val="1"/>
        </dgm:presLayoutVars>
      </dgm:prSet>
      <dgm:spPr/>
    </dgm:pt>
    <dgm:pt modelId="{1F4457A2-CA6E-4E4C-9231-7830AA66BA45}" type="pres">
      <dgm:prSet presAssocID="{D5FE05CF-17ED-48F0-987A-161EF51C3C2A}" presName="spacer" presStyleCnt="0"/>
      <dgm:spPr/>
    </dgm:pt>
    <dgm:pt modelId="{9B6C5D88-944D-44BA-BBBA-73655927E486}" type="pres">
      <dgm:prSet presAssocID="{0A920B4B-D1B5-4269-878C-B0E832E0C251}" presName="parentText" presStyleLbl="node1" presStyleIdx="5" presStyleCnt="7">
        <dgm:presLayoutVars>
          <dgm:chMax val="0"/>
          <dgm:bulletEnabled val="1"/>
        </dgm:presLayoutVars>
      </dgm:prSet>
      <dgm:spPr/>
    </dgm:pt>
    <dgm:pt modelId="{36026A7F-CFBF-41A0-88C7-A91FB5986F64}" type="pres">
      <dgm:prSet presAssocID="{9C0222A8-13F4-4897-9301-D48BC113C249}" presName="spacer" presStyleCnt="0"/>
      <dgm:spPr/>
    </dgm:pt>
    <dgm:pt modelId="{D18563E7-120A-44A3-917E-957BCB4A068A}" type="pres">
      <dgm:prSet presAssocID="{5CADF93E-3620-433F-B39C-346E5EF0C9BE}" presName="parentText" presStyleLbl="node1" presStyleIdx="6" presStyleCnt="7">
        <dgm:presLayoutVars>
          <dgm:chMax val="0"/>
          <dgm:bulletEnabled val="1"/>
        </dgm:presLayoutVars>
      </dgm:prSet>
      <dgm:spPr/>
    </dgm:pt>
  </dgm:ptLst>
  <dgm:cxnLst>
    <dgm:cxn modelId="{20236C04-3AD5-465B-B17A-1DEA64721D5C}" srcId="{8378E6EC-D64E-4F6B-A554-737AAF29026B}" destId="{1477CE74-797F-48FA-BD39-2429A61C9E08}" srcOrd="2" destOrd="0" parTransId="{E0309515-8CA4-474A-9A4C-42C4444350C0}" sibTransId="{35BC5460-9A2F-4777-BEE1-6109130F36EE}"/>
    <dgm:cxn modelId="{10F5C62F-6313-46D4-B273-F52C876E21B8}" type="presOf" srcId="{0A920B4B-D1B5-4269-878C-B0E832E0C251}" destId="{9B6C5D88-944D-44BA-BBBA-73655927E486}" srcOrd="0" destOrd="0" presId="urn:microsoft.com/office/officeart/2005/8/layout/vList2"/>
    <dgm:cxn modelId="{01CAFD35-40B0-4ABB-B059-711C0F57BB55}" type="presOf" srcId="{F6B5E618-5F01-48E0-ADFE-6817D1D2934B}" destId="{A32F5C2A-4898-4F1D-8649-C0BBED78A6E1}" srcOrd="0" destOrd="0" presId="urn:microsoft.com/office/officeart/2005/8/layout/vList2"/>
    <dgm:cxn modelId="{DA567A63-6AEA-4DF4-A2A2-83539B34B10E}" type="presOf" srcId="{13704EF4-140E-4E9F-AFA1-439E4536AFA2}" destId="{FA338D0B-6960-4A90-9AE1-CBF46E98F2CD}" srcOrd="0" destOrd="0" presId="urn:microsoft.com/office/officeart/2005/8/layout/vList2"/>
    <dgm:cxn modelId="{6F74036C-B4E7-488A-9764-4A0A6A140C0B}" srcId="{8378E6EC-D64E-4F6B-A554-737AAF29026B}" destId="{0A920B4B-D1B5-4269-878C-B0E832E0C251}" srcOrd="5" destOrd="0" parTransId="{72C8466B-1AD2-4C26-B016-F73BE92949F1}" sibTransId="{9C0222A8-13F4-4897-9301-D48BC113C249}"/>
    <dgm:cxn modelId="{04569254-E134-4655-B533-B168FF24EC1E}" type="presOf" srcId="{5CADF93E-3620-433F-B39C-346E5EF0C9BE}" destId="{D18563E7-120A-44A3-917E-957BCB4A068A}" srcOrd="0" destOrd="0" presId="urn:microsoft.com/office/officeart/2005/8/layout/vList2"/>
    <dgm:cxn modelId="{EE2DD179-61D2-4118-806F-EE8ACA7DBF38}" srcId="{8378E6EC-D64E-4F6B-A554-737AAF29026B}" destId="{13704EF4-140E-4E9F-AFA1-439E4536AFA2}" srcOrd="1" destOrd="0" parTransId="{346E05B5-0FA6-46C6-B3EA-4B06B6C4CA53}" sibTransId="{4A2A0CF1-2AE9-49BD-B3AF-02DDB87502ED}"/>
    <dgm:cxn modelId="{A13B0B92-BDB0-49F1-BA6F-F1C64BB7C13D}" srcId="{8378E6EC-D64E-4F6B-A554-737AAF29026B}" destId="{F6B5E618-5F01-48E0-ADFE-6817D1D2934B}" srcOrd="4" destOrd="0" parTransId="{CE41FAEB-4FB5-4855-AA4B-C224792F3F22}" sibTransId="{D5FE05CF-17ED-48F0-987A-161EF51C3C2A}"/>
    <dgm:cxn modelId="{131ACF92-D498-4DB7-B189-B17A99724B27}" srcId="{8378E6EC-D64E-4F6B-A554-737AAF29026B}" destId="{8558F44F-E962-4100-96AF-5AE0EB5A8CE8}" srcOrd="0" destOrd="0" parTransId="{F9AAA47A-72D8-49BC-BF3A-9E93924DF373}" sibTransId="{6BD66B37-1E7D-4C80-AD42-6E71C22412E8}"/>
    <dgm:cxn modelId="{1E8485A1-9D46-46EE-BB09-09723EE0A5D0}" type="presOf" srcId="{8378E6EC-D64E-4F6B-A554-737AAF29026B}" destId="{985D2CF6-5EA3-43CC-8F03-4152C7BE2B2E}" srcOrd="0" destOrd="0" presId="urn:microsoft.com/office/officeart/2005/8/layout/vList2"/>
    <dgm:cxn modelId="{9B93E1B1-7FF3-4C01-A195-B4D20BA76780}" type="presOf" srcId="{8558F44F-E962-4100-96AF-5AE0EB5A8CE8}" destId="{9384D318-0F71-4978-8990-F2EB800DB91B}" srcOrd="0" destOrd="0" presId="urn:microsoft.com/office/officeart/2005/8/layout/vList2"/>
    <dgm:cxn modelId="{BCF6BAC9-90BC-4D20-B12F-63718860E6DB}" srcId="{8378E6EC-D64E-4F6B-A554-737AAF29026B}" destId="{0EBD4297-6A6C-4CEC-B044-A717D534BF0C}" srcOrd="3" destOrd="0" parTransId="{C609BA55-2F9C-41A0-BE8F-D8A6BA9C4E1A}" sibTransId="{D4E3CF9A-AC2B-4B45-8A8D-D1D2C1EC150D}"/>
    <dgm:cxn modelId="{C29964D6-6577-4E01-A6CA-3B959475BF9D}" type="presOf" srcId="{1477CE74-797F-48FA-BD39-2429A61C9E08}" destId="{80CCB1D1-B359-404B-81ED-7D5702EED99C}" srcOrd="0" destOrd="0" presId="urn:microsoft.com/office/officeart/2005/8/layout/vList2"/>
    <dgm:cxn modelId="{9763C3D6-33ED-41F5-8EDE-2F3EEE71F065}" type="presOf" srcId="{0EBD4297-6A6C-4CEC-B044-A717D534BF0C}" destId="{E138143C-7A10-47D0-ABC4-4037ABF2676B}" srcOrd="0" destOrd="0" presId="urn:microsoft.com/office/officeart/2005/8/layout/vList2"/>
    <dgm:cxn modelId="{3A580CDF-D8DA-4ECB-A136-BD0E6E13A988}" srcId="{8378E6EC-D64E-4F6B-A554-737AAF29026B}" destId="{5CADF93E-3620-433F-B39C-346E5EF0C9BE}" srcOrd="6" destOrd="0" parTransId="{E4984106-1AAC-4CBA-B9AA-5398FFEAEF39}" sibTransId="{C653CE3A-566B-4526-B8DA-E18C1EDCCF9A}"/>
    <dgm:cxn modelId="{76642457-971D-4F0B-9C50-159E3C2C7AF8}" type="presParOf" srcId="{985D2CF6-5EA3-43CC-8F03-4152C7BE2B2E}" destId="{9384D318-0F71-4978-8990-F2EB800DB91B}" srcOrd="0" destOrd="0" presId="urn:microsoft.com/office/officeart/2005/8/layout/vList2"/>
    <dgm:cxn modelId="{FDCD1D71-53FC-451C-9976-988540971FAA}" type="presParOf" srcId="{985D2CF6-5EA3-43CC-8F03-4152C7BE2B2E}" destId="{6A3C09D0-A387-416C-93D3-BF2CA40C6BA5}" srcOrd="1" destOrd="0" presId="urn:microsoft.com/office/officeart/2005/8/layout/vList2"/>
    <dgm:cxn modelId="{3C688892-6301-4123-A64E-30EB42D81195}" type="presParOf" srcId="{985D2CF6-5EA3-43CC-8F03-4152C7BE2B2E}" destId="{FA338D0B-6960-4A90-9AE1-CBF46E98F2CD}" srcOrd="2" destOrd="0" presId="urn:microsoft.com/office/officeart/2005/8/layout/vList2"/>
    <dgm:cxn modelId="{285BF7BB-9851-4F2E-B024-AFB716CBC570}" type="presParOf" srcId="{985D2CF6-5EA3-43CC-8F03-4152C7BE2B2E}" destId="{159CB27C-7B4C-4F70-ADDF-05ED16E2ED0B}" srcOrd="3" destOrd="0" presId="urn:microsoft.com/office/officeart/2005/8/layout/vList2"/>
    <dgm:cxn modelId="{C31E5171-7B45-403A-9950-32ECE58807DB}" type="presParOf" srcId="{985D2CF6-5EA3-43CC-8F03-4152C7BE2B2E}" destId="{80CCB1D1-B359-404B-81ED-7D5702EED99C}" srcOrd="4" destOrd="0" presId="urn:microsoft.com/office/officeart/2005/8/layout/vList2"/>
    <dgm:cxn modelId="{80F7D065-7C0E-47ED-9903-7BADDA681E3C}" type="presParOf" srcId="{985D2CF6-5EA3-43CC-8F03-4152C7BE2B2E}" destId="{70691D0F-48C4-45A9-9705-DD2D66F33DA4}" srcOrd="5" destOrd="0" presId="urn:microsoft.com/office/officeart/2005/8/layout/vList2"/>
    <dgm:cxn modelId="{812AC24C-3A93-406C-8028-849C4B54E580}" type="presParOf" srcId="{985D2CF6-5EA3-43CC-8F03-4152C7BE2B2E}" destId="{E138143C-7A10-47D0-ABC4-4037ABF2676B}" srcOrd="6" destOrd="0" presId="urn:microsoft.com/office/officeart/2005/8/layout/vList2"/>
    <dgm:cxn modelId="{2D449292-BBE6-4797-9736-21F7C5D50771}" type="presParOf" srcId="{985D2CF6-5EA3-43CC-8F03-4152C7BE2B2E}" destId="{C0787A7B-A185-4269-979F-0D81D760632E}" srcOrd="7" destOrd="0" presId="urn:microsoft.com/office/officeart/2005/8/layout/vList2"/>
    <dgm:cxn modelId="{F7AEBDDB-C3F1-4B9C-8528-1C99E81F2B94}" type="presParOf" srcId="{985D2CF6-5EA3-43CC-8F03-4152C7BE2B2E}" destId="{A32F5C2A-4898-4F1D-8649-C0BBED78A6E1}" srcOrd="8" destOrd="0" presId="urn:microsoft.com/office/officeart/2005/8/layout/vList2"/>
    <dgm:cxn modelId="{3D63F8D9-7F76-4F6B-ADF6-06E7D456BDAB}" type="presParOf" srcId="{985D2CF6-5EA3-43CC-8F03-4152C7BE2B2E}" destId="{1F4457A2-CA6E-4E4C-9231-7830AA66BA45}" srcOrd="9" destOrd="0" presId="urn:microsoft.com/office/officeart/2005/8/layout/vList2"/>
    <dgm:cxn modelId="{A7F87AC8-3A38-47A9-9C36-B985187C70AD}" type="presParOf" srcId="{985D2CF6-5EA3-43CC-8F03-4152C7BE2B2E}" destId="{9B6C5D88-944D-44BA-BBBA-73655927E486}" srcOrd="10" destOrd="0" presId="urn:microsoft.com/office/officeart/2005/8/layout/vList2"/>
    <dgm:cxn modelId="{FC9C274E-11E6-49C1-AF6C-807EE4D39EA2}" type="presParOf" srcId="{985D2CF6-5EA3-43CC-8F03-4152C7BE2B2E}" destId="{36026A7F-CFBF-41A0-88C7-A91FB5986F64}" srcOrd="11" destOrd="0" presId="urn:microsoft.com/office/officeart/2005/8/layout/vList2"/>
    <dgm:cxn modelId="{DB463F7C-EB47-4062-A91E-CFB4FBC73432}" type="presParOf" srcId="{985D2CF6-5EA3-43CC-8F03-4152C7BE2B2E}" destId="{D18563E7-120A-44A3-917E-957BCB4A068A}"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D54F52F-4BE6-4E8A-8574-B2157FFCC5E9}"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00E2BF6C-9B3A-4EBD-B1FC-317BFF6D4FE4}">
      <dgm:prSet/>
      <dgm:spPr/>
      <dgm:t>
        <a:bodyPr/>
        <a:lstStyle/>
        <a:p>
          <a:r>
            <a:rPr lang="en-US"/>
            <a:t>Promuove la Partecipazione delle donne nel suo staff;</a:t>
          </a:r>
          <a:br>
            <a:rPr lang="en-US"/>
          </a:br>
          <a:r>
            <a:rPr lang="en-US"/>
            <a:t>Istituì la commissione sullo stato delle donne</a:t>
          </a:r>
        </a:p>
      </dgm:t>
    </dgm:pt>
    <dgm:pt modelId="{E7433B59-89E9-47F9-888C-F6F58015476B}" type="parTrans" cxnId="{B38F6FE8-44CA-4398-B2D1-7B4D4436B40B}">
      <dgm:prSet/>
      <dgm:spPr/>
      <dgm:t>
        <a:bodyPr/>
        <a:lstStyle/>
        <a:p>
          <a:endParaRPr lang="en-US"/>
        </a:p>
      </dgm:t>
    </dgm:pt>
    <dgm:pt modelId="{6CBD2B46-66EC-4B18-A9A6-507B89961C4E}" type="sibTrans" cxnId="{B38F6FE8-44CA-4398-B2D1-7B4D4436B40B}">
      <dgm:prSet/>
      <dgm:spPr/>
      <dgm:t>
        <a:bodyPr/>
        <a:lstStyle/>
        <a:p>
          <a:endParaRPr lang="en-US"/>
        </a:p>
      </dgm:t>
    </dgm:pt>
    <dgm:pt modelId="{AC3F940A-8687-4D78-A65F-B46C077E06DF}">
      <dgm:prSet/>
      <dgm:spPr/>
      <dgm:t>
        <a:bodyPr/>
        <a:lstStyle/>
        <a:p>
          <a:r>
            <a:rPr lang="en-US"/>
            <a:t>Presenta la relazione sulla disuguaglianza di genere (1963) a seguito della quale:</a:t>
          </a:r>
        </a:p>
      </dgm:t>
    </dgm:pt>
    <dgm:pt modelId="{FC563FAF-70C7-48E9-92AF-196C46A88D91}" type="parTrans" cxnId="{E8C78432-22B1-4BB0-A378-EC64CFD5B707}">
      <dgm:prSet/>
      <dgm:spPr/>
      <dgm:t>
        <a:bodyPr/>
        <a:lstStyle/>
        <a:p>
          <a:endParaRPr lang="en-US"/>
        </a:p>
      </dgm:t>
    </dgm:pt>
    <dgm:pt modelId="{8A87212B-4AC0-49D1-AFC1-6A335195CE0E}" type="sibTrans" cxnId="{E8C78432-22B1-4BB0-A378-EC64CFD5B707}">
      <dgm:prSet/>
      <dgm:spPr/>
      <dgm:t>
        <a:bodyPr/>
        <a:lstStyle/>
        <a:p>
          <a:endParaRPr lang="en-US"/>
        </a:p>
      </dgm:t>
    </dgm:pt>
    <dgm:pt modelId="{608CB685-EFFC-416A-A766-8CCB3A8D94FD}">
      <dgm:prSet/>
      <dgm:spPr/>
      <dgm:t>
        <a:bodyPr/>
        <a:lstStyle/>
        <a:p>
          <a:r>
            <a:rPr lang="en-US"/>
            <a:t>venne realizzato il congedo di maternità retribuito;</a:t>
          </a:r>
        </a:p>
      </dgm:t>
    </dgm:pt>
    <dgm:pt modelId="{D0C0E86C-CDD5-488C-94A9-D0BEE6B4AF62}" type="parTrans" cxnId="{43BA1E96-28E2-415C-BCCF-5BB3273EC325}">
      <dgm:prSet/>
      <dgm:spPr/>
      <dgm:t>
        <a:bodyPr/>
        <a:lstStyle/>
        <a:p>
          <a:endParaRPr lang="en-US"/>
        </a:p>
      </dgm:t>
    </dgm:pt>
    <dgm:pt modelId="{07A1B7F0-DDB9-483A-87FB-BF2BA1165EB9}" type="sibTrans" cxnId="{43BA1E96-28E2-415C-BCCF-5BB3273EC325}">
      <dgm:prSet/>
      <dgm:spPr/>
      <dgm:t>
        <a:bodyPr/>
        <a:lstStyle/>
        <a:p>
          <a:endParaRPr lang="en-US"/>
        </a:p>
      </dgm:t>
    </dgm:pt>
    <dgm:pt modelId="{C5AC8A9E-34F8-43B5-83C2-26DFB3906D9B}">
      <dgm:prSet/>
      <dgm:spPr/>
      <dgm:t>
        <a:bodyPr/>
        <a:lstStyle/>
        <a:p>
          <a:r>
            <a:rPr lang="en-US"/>
            <a:t>Favorito un maggiore accesso delle donne all’istruzione;</a:t>
          </a:r>
        </a:p>
      </dgm:t>
    </dgm:pt>
    <dgm:pt modelId="{CF5706E6-514E-4039-97B6-3FF108F13CF9}" type="parTrans" cxnId="{9A15947B-CC27-498A-B234-9E1902F1810C}">
      <dgm:prSet/>
      <dgm:spPr/>
      <dgm:t>
        <a:bodyPr/>
        <a:lstStyle/>
        <a:p>
          <a:endParaRPr lang="en-US"/>
        </a:p>
      </dgm:t>
    </dgm:pt>
    <dgm:pt modelId="{986FA2A1-AA7D-423B-96C9-125715F5C17C}" type="sibTrans" cxnId="{9A15947B-CC27-498A-B234-9E1902F1810C}">
      <dgm:prSet/>
      <dgm:spPr/>
      <dgm:t>
        <a:bodyPr/>
        <a:lstStyle/>
        <a:p>
          <a:endParaRPr lang="en-US"/>
        </a:p>
      </dgm:t>
    </dgm:pt>
    <dgm:pt modelId="{8C2713A4-3BB8-4034-B83C-53323537E761}">
      <dgm:prSet/>
      <dgm:spPr/>
      <dgm:t>
        <a:bodyPr/>
        <a:lstStyle/>
        <a:p>
          <a:r>
            <a:rPr lang="en-US"/>
            <a:t>Stabilite forme di aiuto per la cura dei figli/e</a:t>
          </a:r>
        </a:p>
      </dgm:t>
    </dgm:pt>
    <dgm:pt modelId="{25188BF1-2493-42F4-8CCE-6A989E21B06C}" type="parTrans" cxnId="{638F354A-1978-41AA-A0AB-3ECEDE2D4FAA}">
      <dgm:prSet/>
      <dgm:spPr/>
      <dgm:t>
        <a:bodyPr/>
        <a:lstStyle/>
        <a:p>
          <a:endParaRPr lang="en-US"/>
        </a:p>
      </dgm:t>
    </dgm:pt>
    <dgm:pt modelId="{ABDEB6FF-4101-4A9D-B21D-1892B5B9307C}" type="sibTrans" cxnId="{638F354A-1978-41AA-A0AB-3ECEDE2D4FAA}">
      <dgm:prSet/>
      <dgm:spPr/>
      <dgm:t>
        <a:bodyPr/>
        <a:lstStyle/>
        <a:p>
          <a:endParaRPr lang="en-US"/>
        </a:p>
      </dgm:t>
    </dgm:pt>
    <dgm:pt modelId="{DCF597D7-74F6-484E-A46F-ACFEF18F7A65}" type="pres">
      <dgm:prSet presAssocID="{2D54F52F-4BE6-4E8A-8574-B2157FFCC5E9}" presName="vert0" presStyleCnt="0">
        <dgm:presLayoutVars>
          <dgm:dir/>
          <dgm:animOne val="branch"/>
          <dgm:animLvl val="lvl"/>
        </dgm:presLayoutVars>
      </dgm:prSet>
      <dgm:spPr/>
    </dgm:pt>
    <dgm:pt modelId="{785ED768-CB3C-41F2-B98D-FB0D2DC1E7D8}" type="pres">
      <dgm:prSet presAssocID="{00E2BF6C-9B3A-4EBD-B1FC-317BFF6D4FE4}" presName="thickLine" presStyleLbl="alignNode1" presStyleIdx="0" presStyleCnt="5"/>
      <dgm:spPr/>
    </dgm:pt>
    <dgm:pt modelId="{B19738A0-B98D-4959-8E76-7AEDCFF3A7C9}" type="pres">
      <dgm:prSet presAssocID="{00E2BF6C-9B3A-4EBD-B1FC-317BFF6D4FE4}" presName="horz1" presStyleCnt="0"/>
      <dgm:spPr/>
    </dgm:pt>
    <dgm:pt modelId="{41CDD626-EF23-45DD-BC8A-15EFA20993EC}" type="pres">
      <dgm:prSet presAssocID="{00E2BF6C-9B3A-4EBD-B1FC-317BFF6D4FE4}" presName="tx1" presStyleLbl="revTx" presStyleIdx="0" presStyleCnt="5"/>
      <dgm:spPr/>
    </dgm:pt>
    <dgm:pt modelId="{AC8D1FF7-B5F9-4724-9E3E-961F9BF1FA1F}" type="pres">
      <dgm:prSet presAssocID="{00E2BF6C-9B3A-4EBD-B1FC-317BFF6D4FE4}" presName="vert1" presStyleCnt="0"/>
      <dgm:spPr/>
    </dgm:pt>
    <dgm:pt modelId="{ED649A7B-8C6E-45F1-A2AE-67D83DFC9256}" type="pres">
      <dgm:prSet presAssocID="{AC3F940A-8687-4D78-A65F-B46C077E06DF}" presName="thickLine" presStyleLbl="alignNode1" presStyleIdx="1" presStyleCnt="5"/>
      <dgm:spPr/>
    </dgm:pt>
    <dgm:pt modelId="{DBC20DB1-2C08-40AF-9C40-7A2D0D596400}" type="pres">
      <dgm:prSet presAssocID="{AC3F940A-8687-4D78-A65F-B46C077E06DF}" presName="horz1" presStyleCnt="0"/>
      <dgm:spPr/>
    </dgm:pt>
    <dgm:pt modelId="{B6EC2D88-1537-4365-8DF9-6FED7F5D1C94}" type="pres">
      <dgm:prSet presAssocID="{AC3F940A-8687-4D78-A65F-B46C077E06DF}" presName="tx1" presStyleLbl="revTx" presStyleIdx="1" presStyleCnt="5"/>
      <dgm:spPr/>
    </dgm:pt>
    <dgm:pt modelId="{82A7419E-9533-4553-B47C-BD36A4E846FA}" type="pres">
      <dgm:prSet presAssocID="{AC3F940A-8687-4D78-A65F-B46C077E06DF}" presName="vert1" presStyleCnt="0"/>
      <dgm:spPr/>
    </dgm:pt>
    <dgm:pt modelId="{E4B22E00-9FDB-4641-ABDF-136A34AD7602}" type="pres">
      <dgm:prSet presAssocID="{608CB685-EFFC-416A-A766-8CCB3A8D94FD}" presName="thickLine" presStyleLbl="alignNode1" presStyleIdx="2" presStyleCnt="5"/>
      <dgm:spPr/>
    </dgm:pt>
    <dgm:pt modelId="{241D06D3-5A6F-444E-B5AC-410E847DA8B6}" type="pres">
      <dgm:prSet presAssocID="{608CB685-EFFC-416A-A766-8CCB3A8D94FD}" presName="horz1" presStyleCnt="0"/>
      <dgm:spPr/>
    </dgm:pt>
    <dgm:pt modelId="{9D2A460E-329B-44FE-BC16-9F4B2361BCFB}" type="pres">
      <dgm:prSet presAssocID="{608CB685-EFFC-416A-A766-8CCB3A8D94FD}" presName="tx1" presStyleLbl="revTx" presStyleIdx="2" presStyleCnt="5"/>
      <dgm:spPr/>
    </dgm:pt>
    <dgm:pt modelId="{5B23F05F-3272-41A6-B350-F3898613A7A9}" type="pres">
      <dgm:prSet presAssocID="{608CB685-EFFC-416A-A766-8CCB3A8D94FD}" presName="vert1" presStyleCnt="0"/>
      <dgm:spPr/>
    </dgm:pt>
    <dgm:pt modelId="{A60FFE96-51B3-46EB-BA2A-C250E27C4F3C}" type="pres">
      <dgm:prSet presAssocID="{C5AC8A9E-34F8-43B5-83C2-26DFB3906D9B}" presName="thickLine" presStyleLbl="alignNode1" presStyleIdx="3" presStyleCnt="5"/>
      <dgm:spPr/>
    </dgm:pt>
    <dgm:pt modelId="{0EF8176B-7593-49DB-A170-36C782655131}" type="pres">
      <dgm:prSet presAssocID="{C5AC8A9E-34F8-43B5-83C2-26DFB3906D9B}" presName="horz1" presStyleCnt="0"/>
      <dgm:spPr/>
    </dgm:pt>
    <dgm:pt modelId="{4DCB2138-6519-43B8-8170-F22F473E20BF}" type="pres">
      <dgm:prSet presAssocID="{C5AC8A9E-34F8-43B5-83C2-26DFB3906D9B}" presName="tx1" presStyleLbl="revTx" presStyleIdx="3" presStyleCnt="5"/>
      <dgm:spPr/>
    </dgm:pt>
    <dgm:pt modelId="{AA95608D-1464-4C8E-BB4C-1E1E5F0FC38F}" type="pres">
      <dgm:prSet presAssocID="{C5AC8A9E-34F8-43B5-83C2-26DFB3906D9B}" presName="vert1" presStyleCnt="0"/>
      <dgm:spPr/>
    </dgm:pt>
    <dgm:pt modelId="{10C88845-EDF8-4EB6-B05A-FCCC5722C21C}" type="pres">
      <dgm:prSet presAssocID="{8C2713A4-3BB8-4034-B83C-53323537E761}" presName="thickLine" presStyleLbl="alignNode1" presStyleIdx="4" presStyleCnt="5"/>
      <dgm:spPr/>
    </dgm:pt>
    <dgm:pt modelId="{6A212AA4-6AFE-43B4-9E5B-1EE426BBB012}" type="pres">
      <dgm:prSet presAssocID="{8C2713A4-3BB8-4034-B83C-53323537E761}" presName="horz1" presStyleCnt="0"/>
      <dgm:spPr/>
    </dgm:pt>
    <dgm:pt modelId="{A6B1473D-692F-4668-B8B4-E24983EEFA29}" type="pres">
      <dgm:prSet presAssocID="{8C2713A4-3BB8-4034-B83C-53323537E761}" presName="tx1" presStyleLbl="revTx" presStyleIdx="4" presStyleCnt="5"/>
      <dgm:spPr/>
    </dgm:pt>
    <dgm:pt modelId="{B7AEAE9F-79A0-4FDD-8282-AADAF38DC0AD}" type="pres">
      <dgm:prSet presAssocID="{8C2713A4-3BB8-4034-B83C-53323537E761}" presName="vert1" presStyleCnt="0"/>
      <dgm:spPr/>
    </dgm:pt>
  </dgm:ptLst>
  <dgm:cxnLst>
    <dgm:cxn modelId="{E66C7204-8CFB-43FA-8182-14D6D6E44492}" type="presOf" srcId="{00E2BF6C-9B3A-4EBD-B1FC-317BFF6D4FE4}" destId="{41CDD626-EF23-45DD-BC8A-15EFA20993EC}" srcOrd="0" destOrd="0" presId="urn:microsoft.com/office/officeart/2008/layout/LinedList"/>
    <dgm:cxn modelId="{E8C78432-22B1-4BB0-A378-EC64CFD5B707}" srcId="{2D54F52F-4BE6-4E8A-8574-B2157FFCC5E9}" destId="{AC3F940A-8687-4D78-A65F-B46C077E06DF}" srcOrd="1" destOrd="0" parTransId="{FC563FAF-70C7-48E9-92AF-196C46A88D91}" sibTransId="{8A87212B-4AC0-49D1-AFC1-6A335195CE0E}"/>
    <dgm:cxn modelId="{5C81555C-FEB6-4398-B0B6-A1B542558B9D}" type="presOf" srcId="{8C2713A4-3BB8-4034-B83C-53323537E761}" destId="{A6B1473D-692F-4668-B8B4-E24983EEFA29}" srcOrd="0" destOrd="0" presId="urn:microsoft.com/office/officeart/2008/layout/LinedList"/>
    <dgm:cxn modelId="{BDD29941-87E0-4D31-A2D7-8658576C6C06}" type="presOf" srcId="{AC3F940A-8687-4D78-A65F-B46C077E06DF}" destId="{B6EC2D88-1537-4365-8DF9-6FED7F5D1C94}" srcOrd="0" destOrd="0" presId="urn:microsoft.com/office/officeart/2008/layout/LinedList"/>
    <dgm:cxn modelId="{638F354A-1978-41AA-A0AB-3ECEDE2D4FAA}" srcId="{2D54F52F-4BE6-4E8A-8574-B2157FFCC5E9}" destId="{8C2713A4-3BB8-4034-B83C-53323537E761}" srcOrd="4" destOrd="0" parTransId="{25188BF1-2493-42F4-8CCE-6A989E21B06C}" sibTransId="{ABDEB6FF-4101-4A9D-B21D-1892B5B9307C}"/>
    <dgm:cxn modelId="{9A15947B-CC27-498A-B234-9E1902F1810C}" srcId="{2D54F52F-4BE6-4E8A-8574-B2157FFCC5E9}" destId="{C5AC8A9E-34F8-43B5-83C2-26DFB3906D9B}" srcOrd="3" destOrd="0" parTransId="{CF5706E6-514E-4039-97B6-3FF108F13CF9}" sibTransId="{986FA2A1-AA7D-423B-96C9-125715F5C17C}"/>
    <dgm:cxn modelId="{4081108B-89CC-4AC0-9083-1BC2C556436F}" type="presOf" srcId="{2D54F52F-4BE6-4E8A-8574-B2157FFCC5E9}" destId="{DCF597D7-74F6-484E-A46F-ACFEF18F7A65}" srcOrd="0" destOrd="0" presId="urn:microsoft.com/office/officeart/2008/layout/LinedList"/>
    <dgm:cxn modelId="{5097A48B-EEA9-446E-BA3E-17E42CA9435E}" type="presOf" srcId="{608CB685-EFFC-416A-A766-8CCB3A8D94FD}" destId="{9D2A460E-329B-44FE-BC16-9F4B2361BCFB}" srcOrd="0" destOrd="0" presId="urn:microsoft.com/office/officeart/2008/layout/LinedList"/>
    <dgm:cxn modelId="{43BA1E96-28E2-415C-BCCF-5BB3273EC325}" srcId="{2D54F52F-4BE6-4E8A-8574-B2157FFCC5E9}" destId="{608CB685-EFFC-416A-A766-8CCB3A8D94FD}" srcOrd="2" destOrd="0" parTransId="{D0C0E86C-CDD5-488C-94A9-D0BEE6B4AF62}" sibTransId="{07A1B7F0-DDB9-483A-87FB-BF2BA1165EB9}"/>
    <dgm:cxn modelId="{C2308EE3-67EC-4188-90CE-3D5B4E04C95B}" type="presOf" srcId="{C5AC8A9E-34F8-43B5-83C2-26DFB3906D9B}" destId="{4DCB2138-6519-43B8-8170-F22F473E20BF}" srcOrd="0" destOrd="0" presId="urn:microsoft.com/office/officeart/2008/layout/LinedList"/>
    <dgm:cxn modelId="{B38F6FE8-44CA-4398-B2D1-7B4D4436B40B}" srcId="{2D54F52F-4BE6-4E8A-8574-B2157FFCC5E9}" destId="{00E2BF6C-9B3A-4EBD-B1FC-317BFF6D4FE4}" srcOrd="0" destOrd="0" parTransId="{E7433B59-89E9-47F9-888C-F6F58015476B}" sibTransId="{6CBD2B46-66EC-4B18-A9A6-507B89961C4E}"/>
    <dgm:cxn modelId="{3E308984-5367-4E5B-92DD-B3D2CAF82F3A}" type="presParOf" srcId="{DCF597D7-74F6-484E-A46F-ACFEF18F7A65}" destId="{785ED768-CB3C-41F2-B98D-FB0D2DC1E7D8}" srcOrd="0" destOrd="0" presId="urn:microsoft.com/office/officeart/2008/layout/LinedList"/>
    <dgm:cxn modelId="{B93644A9-37EB-41E2-99A0-2CFE62B6E203}" type="presParOf" srcId="{DCF597D7-74F6-484E-A46F-ACFEF18F7A65}" destId="{B19738A0-B98D-4959-8E76-7AEDCFF3A7C9}" srcOrd="1" destOrd="0" presId="urn:microsoft.com/office/officeart/2008/layout/LinedList"/>
    <dgm:cxn modelId="{ED007683-B030-4517-A9A8-E1A7334F72B7}" type="presParOf" srcId="{B19738A0-B98D-4959-8E76-7AEDCFF3A7C9}" destId="{41CDD626-EF23-45DD-BC8A-15EFA20993EC}" srcOrd="0" destOrd="0" presId="urn:microsoft.com/office/officeart/2008/layout/LinedList"/>
    <dgm:cxn modelId="{6BC2DE8D-51A0-4B2D-8C70-010296A28BBD}" type="presParOf" srcId="{B19738A0-B98D-4959-8E76-7AEDCFF3A7C9}" destId="{AC8D1FF7-B5F9-4724-9E3E-961F9BF1FA1F}" srcOrd="1" destOrd="0" presId="urn:microsoft.com/office/officeart/2008/layout/LinedList"/>
    <dgm:cxn modelId="{D59D5214-F76E-4EAB-8D85-471570C1EE10}" type="presParOf" srcId="{DCF597D7-74F6-484E-A46F-ACFEF18F7A65}" destId="{ED649A7B-8C6E-45F1-A2AE-67D83DFC9256}" srcOrd="2" destOrd="0" presId="urn:microsoft.com/office/officeart/2008/layout/LinedList"/>
    <dgm:cxn modelId="{4B5B9841-BCDF-4174-8474-3068A91EA0A1}" type="presParOf" srcId="{DCF597D7-74F6-484E-A46F-ACFEF18F7A65}" destId="{DBC20DB1-2C08-40AF-9C40-7A2D0D596400}" srcOrd="3" destOrd="0" presId="urn:microsoft.com/office/officeart/2008/layout/LinedList"/>
    <dgm:cxn modelId="{F1645AA4-7098-45CA-8988-777692BAD1F4}" type="presParOf" srcId="{DBC20DB1-2C08-40AF-9C40-7A2D0D596400}" destId="{B6EC2D88-1537-4365-8DF9-6FED7F5D1C94}" srcOrd="0" destOrd="0" presId="urn:microsoft.com/office/officeart/2008/layout/LinedList"/>
    <dgm:cxn modelId="{67A2FF8D-7D85-4A35-8634-838451CF7462}" type="presParOf" srcId="{DBC20DB1-2C08-40AF-9C40-7A2D0D596400}" destId="{82A7419E-9533-4553-B47C-BD36A4E846FA}" srcOrd="1" destOrd="0" presId="urn:microsoft.com/office/officeart/2008/layout/LinedList"/>
    <dgm:cxn modelId="{8F971756-5A18-4B17-97EA-80A43A57E967}" type="presParOf" srcId="{DCF597D7-74F6-484E-A46F-ACFEF18F7A65}" destId="{E4B22E00-9FDB-4641-ABDF-136A34AD7602}" srcOrd="4" destOrd="0" presId="urn:microsoft.com/office/officeart/2008/layout/LinedList"/>
    <dgm:cxn modelId="{AC55FC84-C726-496F-8294-2C2B44F9B962}" type="presParOf" srcId="{DCF597D7-74F6-484E-A46F-ACFEF18F7A65}" destId="{241D06D3-5A6F-444E-B5AC-410E847DA8B6}" srcOrd="5" destOrd="0" presId="urn:microsoft.com/office/officeart/2008/layout/LinedList"/>
    <dgm:cxn modelId="{0869E0A7-1868-4A59-AF3A-6694F8E78C64}" type="presParOf" srcId="{241D06D3-5A6F-444E-B5AC-410E847DA8B6}" destId="{9D2A460E-329B-44FE-BC16-9F4B2361BCFB}" srcOrd="0" destOrd="0" presId="urn:microsoft.com/office/officeart/2008/layout/LinedList"/>
    <dgm:cxn modelId="{1FCA0E80-D110-4839-93C6-42D27D6FDE42}" type="presParOf" srcId="{241D06D3-5A6F-444E-B5AC-410E847DA8B6}" destId="{5B23F05F-3272-41A6-B350-F3898613A7A9}" srcOrd="1" destOrd="0" presId="urn:microsoft.com/office/officeart/2008/layout/LinedList"/>
    <dgm:cxn modelId="{00116D2E-F6AF-4B28-8501-C7917B5B596A}" type="presParOf" srcId="{DCF597D7-74F6-484E-A46F-ACFEF18F7A65}" destId="{A60FFE96-51B3-46EB-BA2A-C250E27C4F3C}" srcOrd="6" destOrd="0" presId="urn:microsoft.com/office/officeart/2008/layout/LinedList"/>
    <dgm:cxn modelId="{120D7C25-8964-42F7-9453-318C69543233}" type="presParOf" srcId="{DCF597D7-74F6-484E-A46F-ACFEF18F7A65}" destId="{0EF8176B-7593-49DB-A170-36C782655131}" srcOrd="7" destOrd="0" presId="urn:microsoft.com/office/officeart/2008/layout/LinedList"/>
    <dgm:cxn modelId="{C5428389-E9C4-4050-844F-83ECB0E4D10C}" type="presParOf" srcId="{0EF8176B-7593-49DB-A170-36C782655131}" destId="{4DCB2138-6519-43B8-8170-F22F473E20BF}" srcOrd="0" destOrd="0" presId="urn:microsoft.com/office/officeart/2008/layout/LinedList"/>
    <dgm:cxn modelId="{7164CFC5-F666-4CC1-A4F5-1D196196CFBB}" type="presParOf" srcId="{0EF8176B-7593-49DB-A170-36C782655131}" destId="{AA95608D-1464-4C8E-BB4C-1E1E5F0FC38F}" srcOrd="1" destOrd="0" presId="urn:microsoft.com/office/officeart/2008/layout/LinedList"/>
    <dgm:cxn modelId="{6AB0E056-4BE6-45F0-A061-FD7D5670AC08}" type="presParOf" srcId="{DCF597D7-74F6-484E-A46F-ACFEF18F7A65}" destId="{10C88845-EDF8-4EB6-B05A-FCCC5722C21C}" srcOrd="8" destOrd="0" presId="urn:microsoft.com/office/officeart/2008/layout/LinedList"/>
    <dgm:cxn modelId="{75FDD171-AF75-4CB2-A47C-10B021358429}" type="presParOf" srcId="{DCF597D7-74F6-484E-A46F-ACFEF18F7A65}" destId="{6A212AA4-6AFE-43B4-9E5B-1EE426BBB012}" srcOrd="9" destOrd="0" presId="urn:microsoft.com/office/officeart/2008/layout/LinedList"/>
    <dgm:cxn modelId="{65BA6156-239B-4660-AD9A-321098A5AA82}" type="presParOf" srcId="{6A212AA4-6AFE-43B4-9E5B-1EE426BBB012}" destId="{A6B1473D-692F-4668-B8B4-E24983EEFA29}" srcOrd="0" destOrd="0" presId="urn:microsoft.com/office/officeart/2008/layout/LinedList"/>
    <dgm:cxn modelId="{EB2E5272-6012-4AFE-B89E-63C8FC4DCCEB}" type="presParOf" srcId="{6A212AA4-6AFE-43B4-9E5B-1EE426BBB012}" destId="{B7AEAE9F-79A0-4FDD-8282-AADAF38DC0A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C9FD09-9F1D-431E-853B-5431D52C25A2}"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2741DBDD-C085-4A26-BBDE-E4C8AE271A2F}">
      <dgm:prSet/>
      <dgm:spPr/>
      <dgm:t>
        <a:bodyPr/>
        <a:lstStyle/>
        <a:p>
          <a:r>
            <a:rPr lang="it-IT"/>
            <a:t>Tradizionalisti;</a:t>
          </a:r>
          <a:endParaRPr lang="en-US"/>
        </a:p>
      </dgm:t>
    </dgm:pt>
    <dgm:pt modelId="{CAF13D61-F6BB-465C-9308-99CCF6DC463D}" type="parTrans" cxnId="{9A1EDE49-0CB5-43B6-9B2B-1F53DAC6DEA0}">
      <dgm:prSet/>
      <dgm:spPr/>
      <dgm:t>
        <a:bodyPr/>
        <a:lstStyle/>
        <a:p>
          <a:endParaRPr lang="en-US"/>
        </a:p>
      </dgm:t>
    </dgm:pt>
    <dgm:pt modelId="{C265C14F-1C19-402A-B49A-56A0E272DC3E}" type="sibTrans" cxnId="{9A1EDE49-0CB5-43B6-9B2B-1F53DAC6DEA0}">
      <dgm:prSet/>
      <dgm:spPr/>
      <dgm:t>
        <a:bodyPr/>
        <a:lstStyle/>
        <a:p>
          <a:endParaRPr lang="en-US"/>
        </a:p>
      </dgm:t>
    </dgm:pt>
    <dgm:pt modelId="{1CC98C0F-E256-4A3B-BBFB-702CC7724078}">
      <dgm:prSet/>
      <dgm:spPr/>
      <dgm:t>
        <a:bodyPr/>
        <a:lstStyle/>
        <a:p>
          <a:r>
            <a:rPr lang="it-IT"/>
            <a:t>Femminismo liberale;</a:t>
          </a:r>
          <a:endParaRPr lang="en-US"/>
        </a:p>
      </dgm:t>
    </dgm:pt>
    <dgm:pt modelId="{D9FFFB1C-1EED-4657-8D06-B21695728534}" type="parTrans" cxnId="{AB2DA4A9-7738-4F53-86EE-4E0DFBAD4DCF}">
      <dgm:prSet/>
      <dgm:spPr/>
      <dgm:t>
        <a:bodyPr/>
        <a:lstStyle/>
        <a:p>
          <a:endParaRPr lang="en-US"/>
        </a:p>
      </dgm:t>
    </dgm:pt>
    <dgm:pt modelId="{5FA573FD-9330-4A8D-8697-F49F4943F787}" type="sibTrans" cxnId="{AB2DA4A9-7738-4F53-86EE-4E0DFBAD4DCF}">
      <dgm:prSet/>
      <dgm:spPr/>
      <dgm:t>
        <a:bodyPr/>
        <a:lstStyle/>
        <a:p>
          <a:endParaRPr lang="en-US"/>
        </a:p>
      </dgm:t>
    </dgm:pt>
    <dgm:pt modelId="{4076698C-9EA4-496B-8FDF-C60C14DA6FAA}">
      <dgm:prSet/>
      <dgm:spPr/>
      <dgm:t>
        <a:bodyPr/>
        <a:lstStyle/>
        <a:p>
          <a:r>
            <a:rPr lang="it-IT" dirty="0"/>
            <a:t>Femminismo radicale;</a:t>
          </a:r>
          <a:endParaRPr lang="en-US" dirty="0"/>
        </a:p>
      </dgm:t>
    </dgm:pt>
    <dgm:pt modelId="{E694544C-545E-4855-8D08-8B98F88454DA}" type="parTrans" cxnId="{1C31B819-E645-44D8-9A7C-FFDD7448A660}">
      <dgm:prSet/>
      <dgm:spPr/>
      <dgm:t>
        <a:bodyPr/>
        <a:lstStyle/>
        <a:p>
          <a:endParaRPr lang="en-US"/>
        </a:p>
      </dgm:t>
    </dgm:pt>
    <dgm:pt modelId="{01772CA0-D89C-474D-BD86-53213CDA33A2}" type="sibTrans" cxnId="{1C31B819-E645-44D8-9A7C-FFDD7448A660}">
      <dgm:prSet/>
      <dgm:spPr/>
      <dgm:t>
        <a:bodyPr/>
        <a:lstStyle/>
        <a:p>
          <a:endParaRPr lang="en-US"/>
        </a:p>
      </dgm:t>
    </dgm:pt>
    <dgm:pt modelId="{ED50D108-C067-49C0-9901-85159B0AE8D8}">
      <dgm:prSet/>
      <dgm:spPr/>
      <dgm:t>
        <a:bodyPr/>
        <a:lstStyle/>
        <a:p>
          <a:r>
            <a:rPr lang="it-IT"/>
            <a:t>Femminismo Marxista;</a:t>
          </a:r>
          <a:endParaRPr lang="en-US"/>
        </a:p>
      </dgm:t>
    </dgm:pt>
    <dgm:pt modelId="{686BCC8C-BADA-4958-BD66-4A4F96963965}" type="parTrans" cxnId="{EF94E0A9-DDEE-4C38-981F-37E75219F2CD}">
      <dgm:prSet/>
      <dgm:spPr/>
      <dgm:t>
        <a:bodyPr/>
        <a:lstStyle/>
        <a:p>
          <a:endParaRPr lang="en-US"/>
        </a:p>
      </dgm:t>
    </dgm:pt>
    <dgm:pt modelId="{90D583E5-621D-4463-8398-9573A7A456C7}" type="sibTrans" cxnId="{EF94E0A9-DDEE-4C38-981F-37E75219F2CD}">
      <dgm:prSet/>
      <dgm:spPr/>
      <dgm:t>
        <a:bodyPr/>
        <a:lstStyle/>
        <a:p>
          <a:endParaRPr lang="en-US"/>
        </a:p>
      </dgm:t>
    </dgm:pt>
    <dgm:pt modelId="{9F167E46-37C1-4647-8F93-1FCF68BDABB8}">
      <dgm:prSet/>
      <dgm:spPr/>
      <dgm:t>
        <a:bodyPr/>
        <a:lstStyle/>
        <a:p>
          <a:r>
            <a:rPr lang="it-IT"/>
            <a:t>Femminismo culturale.</a:t>
          </a:r>
          <a:endParaRPr lang="en-US"/>
        </a:p>
      </dgm:t>
    </dgm:pt>
    <dgm:pt modelId="{2FE393E8-7029-421B-91A5-A9127ACB8DB9}" type="parTrans" cxnId="{A69D3E3E-157F-40A0-A9D5-B84C13031379}">
      <dgm:prSet/>
      <dgm:spPr/>
      <dgm:t>
        <a:bodyPr/>
        <a:lstStyle/>
        <a:p>
          <a:endParaRPr lang="en-US"/>
        </a:p>
      </dgm:t>
    </dgm:pt>
    <dgm:pt modelId="{115617B6-F56F-4F18-8024-0DE6AC16E60D}" type="sibTrans" cxnId="{A69D3E3E-157F-40A0-A9D5-B84C13031379}">
      <dgm:prSet/>
      <dgm:spPr/>
      <dgm:t>
        <a:bodyPr/>
        <a:lstStyle/>
        <a:p>
          <a:endParaRPr lang="en-US"/>
        </a:p>
      </dgm:t>
    </dgm:pt>
    <dgm:pt modelId="{9ACD0743-1D94-4E84-B697-5321CCAC11D5}" type="pres">
      <dgm:prSet presAssocID="{89C9FD09-9F1D-431E-853B-5431D52C25A2}" presName="vert0" presStyleCnt="0">
        <dgm:presLayoutVars>
          <dgm:dir/>
          <dgm:animOne val="branch"/>
          <dgm:animLvl val="lvl"/>
        </dgm:presLayoutVars>
      </dgm:prSet>
      <dgm:spPr/>
    </dgm:pt>
    <dgm:pt modelId="{E5FD35DD-5CE7-4786-BF19-96EFB188CCF7}" type="pres">
      <dgm:prSet presAssocID="{2741DBDD-C085-4A26-BBDE-E4C8AE271A2F}" presName="thickLine" presStyleLbl="alignNode1" presStyleIdx="0" presStyleCnt="5"/>
      <dgm:spPr/>
    </dgm:pt>
    <dgm:pt modelId="{364F9CD5-3418-46C7-A0FB-CE3105A314BB}" type="pres">
      <dgm:prSet presAssocID="{2741DBDD-C085-4A26-BBDE-E4C8AE271A2F}" presName="horz1" presStyleCnt="0"/>
      <dgm:spPr/>
    </dgm:pt>
    <dgm:pt modelId="{5E26176E-7490-4C93-A248-94412D5D6F8D}" type="pres">
      <dgm:prSet presAssocID="{2741DBDD-C085-4A26-BBDE-E4C8AE271A2F}" presName="tx1" presStyleLbl="revTx" presStyleIdx="0" presStyleCnt="5"/>
      <dgm:spPr/>
    </dgm:pt>
    <dgm:pt modelId="{0943D2B8-5A8C-4B1D-BAD1-EE8DAD8CD695}" type="pres">
      <dgm:prSet presAssocID="{2741DBDD-C085-4A26-BBDE-E4C8AE271A2F}" presName="vert1" presStyleCnt="0"/>
      <dgm:spPr/>
    </dgm:pt>
    <dgm:pt modelId="{8297BD71-5E78-4B53-891F-89A109AD481A}" type="pres">
      <dgm:prSet presAssocID="{1CC98C0F-E256-4A3B-BBFB-702CC7724078}" presName="thickLine" presStyleLbl="alignNode1" presStyleIdx="1" presStyleCnt="5"/>
      <dgm:spPr/>
    </dgm:pt>
    <dgm:pt modelId="{739F7539-9389-49D0-8D59-6177F8C56E6D}" type="pres">
      <dgm:prSet presAssocID="{1CC98C0F-E256-4A3B-BBFB-702CC7724078}" presName="horz1" presStyleCnt="0"/>
      <dgm:spPr/>
    </dgm:pt>
    <dgm:pt modelId="{99F804B0-FCA1-4522-B0FA-0E0146D57286}" type="pres">
      <dgm:prSet presAssocID="{1CC98C0F-E256-4A3B-BBFB-702CC7724078}" presName="tx1" presStyleLbl="revTx" presStyleIdx="1" presStyleCnt="5"/>
      <dgm:spPr/>
    </dgm:pt>
    <dgm:pt modelId="{76DF79B9-1BA8-44F2-A781-50B7B8EA586A}" type="pres">
      <dgm:prSet presAssocID="{1CC98C0F-E256-4A3B-BBFB-702CC7724078}" presName="vert1" presStyleCnt="0"/>
      <dgm:spPr/>
    </dgm:pt>
    <dgm:pt modelId="{1925FC14-9CA6-4FDC-BEB0-D958078EF155}" type="pres">
      <dgm:prSet presAssocID="{4076698C-9EA4-496B-8FDF-C60C14DA6FAA}" presName="thickLine" presStyleLbl="alignNode1" presStyleIdx="2" presStyleCnt="5"/>
      <dgm:spPr/>
    </dgm:pt>
    <dgm:pt modelId="{B3BB8CD6-B4E8-40F1-853F-4EF5306915BB}" type="pres">
      <dgm:prSet presAssocID="{4076698C-9EA4-496B-8FDF-C60C14DA6FAA}" presName="horz1" presStyleCnt="0"/>
      <dgm:spPr/>
    </dgm:pt>
    <dgm:pt modelId="{97D02A4A-DFFD-42DE-AC25-C6308179551E}" type="pres">
      <dgm:prSet presAssocID="{4076698C-9EA4-496B-8FDF-C60C14DA6FAA}" presName="tx1" presStyleLbl="revTx" presStyleIdx="2" presStyleCnt="5"/>
      <dgm:spPr/>
    </dgm:pt>
    <dgm:pt modelId="{0916ABBC-BB9F-4B90-A6A5-E3142EFA014A}" type="pres">
      <dgm:prSet presAssocID="{4076698C-9EA4-496B-8FDF-C60C14DA6FAA}" presName="vert1" presStyleCnt="0"/>
      <dgm:spPr/>
    </dgm:pt>
    <dgm:pt modelId="{A57A7619-D6A7-4D53-841E-02D678986DD0}" type="pres">
      <dgm:prSet presAssocID="{ED50D108-C067-49C0-9901-85159B0AE8D8}" presName="thickLine" presStyleLbl="alignNode1" presStyleIdx="3" presStyleCnt="5"/>
      <dgm:spPr/>
    </dgm:pt>
    <dgm:pt modelId="{FA0AFB54-85EF-42CD-A990-EF8AE651D208}" type="pres">
      <dgm:prSet presAssocID="{ED50D108-C067-49C0-9901-85159B0AE8D8}" presName="horz1" presStyleCnt="0"/>
      <dgm:spPr/>
    </dgm:pt>
    <dgm:pt modelId="{35649C77-7DCB-4FBF-96AF-32D8EB1695A0}" type="pres">
      <dgm:prSet presAssocID="{ED50D108-C067-49C0-9901-85159B0AE8D8}" presName="tx1" presStyleLbl="revTx" presStyleIdx="3" presStyleCnt="5"/>
      <dgm:spPr/>
    </dgm:pt>
    <dgm:pt modelId="{412E38CE-E5B1-47E9-A1BA-C84B176AC3B1}" type="pres">
      <dgm:prSet presAssocID="{ED50D108-C067-49C0-9901-85159B0AE8D8}" presName="vert1" presStyleCnt="0"/>
      <dgm:spPr/>
    </dgm:pt>
    <dgm:pt modelId="{B408EF2E-8836-423B-B99D-85FB0FB0FC21}" type="pres">
      <dgm:prSet presAssocID="{9F167E46-37C1-4647-8F93-1FCF68BDABB8}" presName="thickLine" presStyleLbl="alignNode1" presStyleIdx="4" presStyleCnt="5"/>
      <dgm:spPr/>
    </dgm:pt>
    <dgm:pt modelId="{2A16EB09-1608-48C5-AC76-C87169F8176F}" type="pres">
      <dgm:prSet presAssocID="{9F167E46-37C1-4647-8F93-1FCF68BDABB8}" presName="horz1" presStyleCnt="0"/>
      <dgm:spPr/>
    </dgm:pt>
    <dgm:pt modelId="{5A1DE5DB-155A-47C6-B567-367B33A06F79}" type="pres">
      <dgm:prSet presAssocID="{9F167E46-37C1-4647-8F93-1FCF68BDABB8}" presName="tx1" presStyleLbl="revTx" presStyleIdx="4" presStyleCnt="5"/>
      <dgm:spPr/>
    </dgm:pt>
    <dgm:pt modelId="{656A5DAA-CF42-4120-BFFC-44E352C77317}" type="pres">
      <dgm:prSet presAssocID="{9F167E46-37C1-4647-8F93-1FCF68BDABB8}" presName="vert1" presStyleCnt="0"/>
      <dgm:spPr/>
    </dgm:pt>
  </dgm:ptLst>
  <dgm:cxnLst>
    <dgm:cxn modelId="{1C31B819-E645-44D8-9A7C-FFDD7448A660}" srcId="{89C9FD09-9F1D-431E-853B-5431D52C25A2}" destId="{4076698C-9EA4-496B-8FDF-C60C14DA6FAA}" srcOrd="2" destOrd="0" parTransId="{E694544C-545E-4855-8D08-8B98F88454DA}" sibTransId="{01772CA0-D89C-474D-BD86-53213CDA33A2}"/>
    <dgm:cxn modelId="{91E44636-41F8-417B-A3EE-498E436B6516}" type="presOf" srcId="{9F167E46-37C1-4647-8F93-1FCF68BDABB8}" destId="{5A1DE5DB-155A-47C6-B567-367B33A06F79}" srcOrd="0" destOrd="0" presId="urn:microsoft.com/office/officeart/2008/layout/LinedList"/>
    <dgm:cxn modelId="{A69D3E3E-157F-40A0-A9D5-B84C13031379}" srcId="{89C9FD09-9F1D-431E-853B-5431D52C25A2}" destId="{9F167E46-37C1-4647-8F93-1FCF68BDABB8}" srcOrd="4" destOrd="0" parTransId="{2FE393E8-7029-421B-91A5-A9127ACB8DB9}" sibTransId="{115617B6-F56F-4F18-8024-0DE6AC16E60D}"/>
    <dgm:cxn modelId="{9A1EDE49-0CB5-43B6-9B2B-1F53DAC6DEA0}" srcId="{89C9FD09-9F1D-431E-853B-5431D52C25A2}" destId="{2741DBDD-C085-4A26-BBDE-E4C8AE271A2F}" srcOrd="0" destOrd="0" parTransId="{CAF13D61-F6BB-465C-9308-99CCF6DC463D}" sibTransId="{C265C14F-1C19-402A-B49A-56A0E272DC3E}"/>
    <dgm:cxn modelId="{69891B4B-8E27-4E4D-9CFF-AA789920A76F}" type="presOf" srcId="{4076698C-9EA4-496B-8FDF-C60C14DA6FAA}" destId="{97D02A4A-DFFD-42DE-AC25-C6308179551E}" srcOrd="0" destOrd="0" presId="urn:microsoft.com/office/officeart/2008/layout/LinedList"/>
    <dgm:cxn modelId="{41DF2094-D99A-43F6-9196-1B9AC6192B3B}" type="presOf" srcId="{ED50D108-C067-49C0-9901-85159B0AE8D8}" destId="{35649C77-7DCB-4FBF-96AF-32D8EB1695A0}" srcOrd="0" destOrd="0" presId="urn:microsoft.com/office/officeart/2008/layout/LinedList"/>
    <dgm:cxn modelId="{7923FC9A-9F3D-477A-9FE3-B92C7B107F41}" type="presOf" srcId="{1CC98C0F-E256-4A3B-BBFB-702CC7724078}" destId="{99F804B0-FCA1-4522-B0FA-0E0146D57286}" srcOrd="0" destOrd="0" presId="urn:microsoft.com/office/officeart/2008/layout/LinedList"/>
    <dgm:cxn modelId="{AB2DA4A9-7738-4F53-86EE-4E0DFBAD4DCF}" srcId="{89C9FD09-9F1D-431E-853B-5431D52C25A2}" destId="{1CC98C0F-E256-4A3B-BBFB-702CC7724078}" srcOrd="1" destOrd="0" parTransId="{D9FFFB1C-1EED-4657-8D06-B21695728534}" sibTransId="{5FA573FD-9330-4A8D-8697-F49F4943F787}"/>
    <dgm:cxn modelId="{EF94E0A9-DDEE-4C38-981F-37E75219F2CD}" srcId="{89C9FD09-9F1D-431E-853B-5431D52C25A2}" destId="{ED50D108-C067-49C0-9901-85159B0AE8D8}" srcOrd="3" destOrd="0" parTransId="{686BCC8C-BADA-4958-BD66-4A4F96963965}" sibTransId="{90D583E5-621D-4463-8398-9573A7A456C7}"/>
    <dgm:cxn modelId="{2E89EDF8-379C-41BB-A84B-8D714A1D848E}" type="presOf" srcId="{89C9FD09-9F1D-431E-853B-5431D52C25A2}" destId="{9ACD0743-1D94-4E84-B697-5321CCAC11D5}" srcOrd="0" destOrd="0" presId="urn:microsoft.com/office/officeart/2008/layout/LinedList"/>
    <dgm:cxn modelId="{B03191FD-2D54-4C84-A90F-E36D810E19A0}" type="presOf" srcId="{2741DBDD-C085-4A26-BBDE-E4C8AE271A2F}" destId="{5E26176E-7490-4C93-A248-94412D5D6F8D}" srcOrd="0" destOrd="0" presId="urn:microsoft.com/office/officeart/2008/layout/LinedList"/>
    <dgm:cxn modelId="{33223AC5-4897-4864-B31B-C3F2662037F3}" type="presParOf" srcId="{9ACD0743-1D94-4E84-B697-5321CCAC11D5}" destId="{E5FD35DD-5CE7-4786-BF19-96EFB188CCF7}" srcOrd="0" destOrd="0" presId="urn:microsoft.com/office/officeart/2008/layout/LinedList"/>
    <dgm:cxn modelId="{F1FD50F9-4968-4339-A515-617EDDEA5C53}" type="presParOf" srcId="{9ACD0743-1D94-4E84-B697-5321CCAC11D5}" destId="{364F9CD5-3418-46C7-A0FB-CE3105A314BB}" srcOrd="1" destOrd="0" presId="urn:microsoft.com/office/officeart/2008/layout/LinedList"/>
    <dgm:cxn modelId="{993F5347-2902-4909-8C38-1634FF494857}" type="presParOf" srcId="{364F9CD5-3418-46C7-A0FB-CE3105A314BB}" destId="{5E26176E-7490-4C93-A248-94412D5D6F8D}" srcOrd="0" destOrd="0" presId="urn:microsoft.com/office/officeart/2008/layout/LinedList"/>
    <dgm:cxn modelId="{AE9B3DCE-A1D7-401F-8C42-946F301A0B9E}" type="presParOf" srcId="{364F9CD5-3418-46C7-A0FB-CE3105A314BB}" destId="{0943D2B8-5A8C-4B1D-BAD1-EE8DAD8CD695}" srcOrd="1" destOrd="0" presId="urn:microsoft.com/office/officeart/2008/layout/LinedList"/>
    <dgm:cxn modelId="{191CF8B7-CCAD-4671-BE26-D817F9B6BD35}" type="presParOf" srcId="{9ACD0743-1D94-4E84-B697-5321CCAC11D5}" destId="{8297BD71-5E78-4B53-891F-89A109AD481A}" srcOrd="2" destOrd="0" presId="urn:microsoft.com/office/officeart/2008/layout/LinedList"/>
    <dgm:cxn modelId="{604ECF64-0F42-4696-9BFB-FD27C24409A8}" type="presParOf" srcId="{9ACD0743-1D94-4E84-B697-5321CCAC11D5}" destId="{739F7539-9389-49D0-8D59-6177F8C56E6D}" srcOrd="3" destOrd="0" presId="urn:microsoft.com/office/officeart/2008/layout/LinedList"/>
    <dgm:cxn modelId="{C5FA6A57-A5C5-4B5A-8D7D-C81A1512C842}" type="presParOf" srcId="{739F7539-9389-49D0-8D59-6177F8C56E6D}" destId="{99F804B0-FCA1-4522-B0FA-0E0146D57286}" srcOrd="0" destOrd="0" presId="urn:microsoft.com/office/officeart/2008/layout/LinedList"/>
    <dgm:cxn modelId="{379BB910-939C-43C6-8982-239A9312068A}" type="presParOf" srcId="{739F7539-9389-49D0-8D59-6177F8C56E6D}" destId="{76DF79B9-1BA8-44F2-A781-50B7B8EA586A}" srcOrd="1" destOrd="0" presId="urn:microsoft.com/office/officeart/2008/layout/LinedList"/>
    <dgm:cxn modelId="{B1D5AB23-F43D-473E-B117-43473EA87EBF}" type="presParOf" srcId="{9ACD0743-1D94-4E84-B697-5321CCAC11D5}" destId="{1925FC14-9CA6-4FDC-BEB0-D958078EF155}" srcOrd="4" destOrd="0" presId="urn:microsoft.com/office/officeart/2008/layout/LinedList"/>
    <dgm:cxn modelId="{79D8BFB4-BC3D-4FD0-9496-BA7C18366734}" type="presParOf" srcId="{9ACD0743-1D94-4E84-B697-5321CCAC11D5}" destId="{B3BB8CD6-B4E8-40F1-853F-4EF5306915BB}" srcOrd="5" destOrd="0" presId="urn:microsoft.com/office/officeart/2008/layout/LinedList"/>
    <dgm:cxn modelId="{E2728E0A-6607-4AD6-9420-3783BC3B2FC6}" type="presParOf" srcId="{B3BB8CD6-B4E8-40F1-853F-4EF5306915BB}" destId="{97D02A4A-DFFD-42DE-AC25-C6308179551E}" srcOrd="0" destOrd="0" presId="urn:microsoft.com/office/officeart/2008/layout/LinedList"/>
    <dgm:cxn modelId="{8DE92575-BAF8-441C-B145-CC59D7B04D5C}" type="presParOf" srcId="{B3BB8CD6-B4E8-40F1-853F-4EF5306915BB}" destId="{0916ABBC-BB9F-4B90-A6A5-E3142EFA014A}" srcOrd="1" destOrd="0" presId="urn:microsoft.com/office/officeart/2008/layout/LinedList"/>
    <dgm:cxn modelId="{87A5B5F1-7F10-4403-B748-8C94F54FF85F}" type="presParOf" srcId="{9ACD0743-1D94-4E84-B697-5321CCAC11D5}" destId="{A57A7619-D6A7-4D53-841E-02D678986DD0}" srcOrd="6" destOrd="0" presId="urn:microsoft.com/office/officeart/2008/layout/LinedList"/>
    <dgm:cxn modelId="{947A5B4B-22A5-4CFE-9F44-7A2E08C9412D}" type="presParOf" srcId="{9ACD0743-1D94-4E84-B697-5321CCAC11D5}" destId="{FA0AFB54-85EF-42CD-A990-EF8AE651D208}" srcOrd="7" destOrd="0" presId="urn:microsoft.com/office/officeart/2008/layout/LinedList"/>
    <dgm:cxn modelId="{F43A46CF-F685-4DA7-8E42-C46FCD8AC6FD}" type="presParOf" srcId="{FA0AFB54-85EF-42CD-A990-EF8AE651D208}" destId="{35649C77-7DCB-4FBF-96AF-32D8EB1695A0}" srcOrd="0" destOrd="0" presId="urn:microsoft.com/office/officeart/2008/layout/LinedList"/>
    <dgm:cxn modelId="{6C3A07DA-D8B2-483E-9202-43A12CE4A78F}" type="presParOf" srcId="{FA0AFB54-85EF-42CD-A990-EF8AE651D208}" destId="{412E38CE-E5B1-47E9-A1BA-C84B176AC3B1}" srcOrd="1" destOrd="0" presId="urn:microsoft.com/office/officeart/2008/layout/LinedList"/>
    <dgm:cxn modelId="{79C30640-58EF-4F02-A00B-6C75A89BAEBA}" type="presParOf" srcId="{9ACD0743-1D94-4E84-B697-5321CCAC11D5}" destId="{B408EF2E-8836-423B-B99D-85FB0FB0FC21}" srcOrd="8" destOrd="0" presId="urn:microsoft.com/office/officeart/2008/layout/LinedList"/>
    <dgm:cxn modelId="{FE1191DF-8A69-4D91-A2C0-0A898416F570}" type="presParOf" srcId="{9ACD0743-1D94-4E84-B697-5321CCAC11D5}" destId="{2A16EB09-1608-48C5-AC76-C87169F8176F}" srcOrd="9" destOrd="0" presId="urn:microsoft.com/office/officeart/2008/layout/LinedList"/>
    <dgm:cxn modelId="{7718E4CA-D119-4DA2-B826-BD52FE65EE7D}" type="presParOf" srcId="{2A16EB09-1608-48C5-AC76-C87169F8176F}" destId="{5A1DE5DB-155A-47C6-B567-367B33A06F79}" srcOrd="0" destOrd="0" presId="urn:microsoft.com/office/officeart/2008/layout/LinedList"/>
    <dgm:cxn modelId="{42E5F3EA-9006-4188-B2F9-EECE518BE355}" type="presParOf" srcId="{2A16EB09-1608-48C5-AC76-C87169F8176F}" destId="{656A5DAA-CF42-4120-BFFC-44E352C7731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31E7F8A-BDB5-44FC-8CFE-5D875FA3A91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3969BAC1-6694-4203-9C8F-65BA85721F12}">
      <dgm:prSet/>
      <dgm:spPr/>
      <dgm:t>
        <a:bodyPr/>
        <a:lstStyle/>
        <a:p>
          <a:r>
            <a:rPr lang="it-IT"/>
            <a:t>Connesso al concetto di PATRIARCATO</a:t>
          </a:r>
          <a:endParaRPr lang="en-US"/>
        </a:p>
      </dgm:t>
    </dgm:pt>
    <dgm:pt modelId="{AE4B4985-09EB-4316-9B95-FBBAAD60F2C8}" type="parTrans" cxnId="{4D2D29CA-9958-42A5-8C2F-4877A65BE024}">
      <dgm:prSet/>
      <dgm:spPr/>
      <dgm:t>
        <a:bodyPr/>
        <a:lstStyle/>
        <a:p>
          <a:endParaRPr lang="en-US"/>
        </a:p>
      </dgm:t>
    </dgm:pt>
    <dgm:pt modelId="{E26A4621-ECBA-4BA3-9C19-4587923ABB56}" type="sibTrans" cxnId="{4D2D29CA-9958-42A5-8C2F-4877A65BE024}">
      <dgm:prSet/>
      <dgm:spPr/>
      <dgm:t>
        <a:bodyPr/>
        <a:lstStyle/>
        <a:p>
          <a:endParaRPr lang="en-US"/>
        </a:p>
      </dgm:t>
    </dgm:pt>
    <dgm:pt modelId="{9CFF3229-1CF7-4CCB-A5AF-EDF653254519}">
      <dgm:prSet/>
      <dgm:spPr/>
      <dgm:t>
        <a:bodyPr/>
        <a:lstStyle/>
        <a:p>
          <a:r>
            <a:rPr lang="it-IT" b="0" i="0"/>
            <a:t>una società sotto regole patriarcali è necessariamente oppressiva verso le donne;</a:t>
          </a:r>
          <a:endParaRPr lang="en-US"/>
        </a:p>
      </dgm:t>
    </dgm:pt>
    <dgm:pt modelId="{823C534C-6BFF-44CD-94E0-B9F46439D704}" type="parTrans" cxnId="{7D25988F-97A1-4664-A931-8FF8AF41B8BE}">
      <dgm:prSet/>
      <dgm:spPr/>
      <dgm:t>
        <a:bodyPr/>
        <a:lstStyle/>
        <a:p>
          <a:endParaRPr lang="en-US"/>
        </a:p>
      </dgm:t>
    </dgm:pt>
    <dgm:pt modelId="{DCA2784A-C366-4878-AFD1-43ED77C23AD9}" type="sibTrans" cxnId="{7D25988F-97A1-4664-A931-8FF8AF41B8BE}">
      <dgm:prSet/>
      <dgm:spPr/>
      <dgm:t>
        <a:bodyPr/>
        <a:lstStyle/>
        <a:p>
          <a:endParaRPr lang="en-US"/>
        </a:p>
      </dgm:t>
    </dgm:pt>
    <dgm:pt modelId="{A7B65302-93EB-477F-A7D6-34F3AD60A898}">
      <dgm:prSet/>
      <dgm:spPr/>
      <dgm:t>
        <a:bodyPr/>
        <a:lstStyle/>
        <a:p>
          <a:r>
            <a:rPr lang="it-IT" b="0" i="0"/>
            <a:t>il </a:t>
          </a:r>
          <a:r>
            <a:rPr lang="it-IT" i="1"/>
            <a:t>genere</a:t>
          </a:r>
          <a:r>
            <a:rPr lang="it-IT" b="0" i="0"/>
            <a:t> è un costrutto completamente sociale creato per il beneficio della </a:t>
          </a:r>
          <a:r>
            <a:rPr lang="it-IT"/>
            <a:t>società patriarcale;</a:t>
          </a:r>
          <a:endParaRPr lang="en-US"/>
        </a:p>
      </dgm:t>
    </dgm:pt>
    <dgm:pt modelId="{5CC3E1C3-A6F4-41BC-81B1-9DEF87AEC6FC}" type="parTrans" cxnId="{28819184-FCB1-4393-987C-F1FC32A08B31}">
      <dgm:prSet/>
      <dgm:spPr/>
      <dgm:t>
        <a:bodyPr/>
        <a:lstStyle/>
        <a:p>
          <a:endParaRPr lang="en-US"/>
        </a:p>
      </dgm:t>
    </dgm:pt>
    <dgm:pt modelId="{42290755-D4CA-45C0-B72D-649B1C2145B9}" type="sibTrans" cxnId="{28819184-FCB1-4393-987C-F1FC32A08B31}">
      <dgm:prSet/>
      <dgm:spPr/>
      <dgm:t>
        <a:bodyPr/>
        <a:lstStyle/>
        <a:p>
          <a:endParaRPr lang="en-US"/>
        </a:p>
      </dgm:t>
    </dgm:pt>
    <dgm:pt modelId="{4AEE8286-96C9-4303-AA70-443278CEAAC9}">
      <dgm:prSet/>
      <dgm:spPr/>
      <dgm:t>
        <a:bodyPr/>
        <a:lstStyle/>
        <a:p>
          <a:r>
            <a:rPr lang="it-IT" b="0" i="0"/>
            <a:t>Per le femministe radicali, la vera uguaglianza tra i sessi si può ottenere solo abbattendo questi costrutti sociali di genere assieme al resto della struttura di potere che mantiene le ineguaglianze</a:t>
          </a:r>
          <a:endParaRPr lang="en-US"/>
        </a:p>
      </dgm:t>
    </dgm:pt>
    <dgm:pt modelId="{4A0F1B77-79E1-4247-B4DD-DD7ABAE75C5B}" type="parTrans" cxnId="{37AB6720-27E0-4A9D-8E3E-2A9056398C97}">
      <dgm:prSet/>
      <dgm:spPr/>
      <dgm:t>
        <a:bodyPr/>
        <a:lstStyle/>
        <a:p>
          <a:endParaRPr lang="en-US"/>
        </a:p>
      </dgm:t>
    </dgm:pt>
    <dgm:pt modelId="{D0681A17-6623-48CF-9742-FF7E3A04C827}" type="sibTrans" cxnId="{37AB6720-27E0-4A9D-8E3E-2A9056398C97}">
      <dgm:prSet/>
      <dgm:spPr/>
      <dgm:t>
        <a:bodyPr/>
        <a:lstStyle/>
        <a:p>
          <a:endParaRPr lang="en-US"/>
        </a:p>
      </dgm:t>
    </dgm:pt>
    <dgm:pt modelId="{9764748A-39CD-4813-A766-4D9BD9A287B0}" type="pres">
      <dgm:prSet presAssocID="{731E7F8A-BDB5-44FC-8CFE-5D875FA3A910}" presName="linear" presStyleCnt="0">
        <dgm:presLayoutVars>
          <dgm:animLvl val="lvl"/>
          <dgm:resizeHandles val="exact"/>
        </dgm:presLayoutVars>
      </dgm:prSet>
      <dgm:spPr/>
    </dgm:pt>
    <dgm:pt modelId="{D817FEB3-31F9-4AF5-8731-BED8A6B54D16}" type="pres">
      <dgm:prSet presAssocID="{3969BAC1-6694-4203-9C8F-65BA85721F12}" presName="parentText" presStyleLbl="node1" presStyleIdx="0" presStyleCnt="4">
        <dgm:presLayoutVars>
          <dgm:chMax val="0"/>
          <dgm:bulletEnabled val="1"/>
        </dgm:presLayoutVars>
      </dgm:prSet>
      <dgm:spPr/>
    </dgm:pt>
    <dgm:pt modelId="{354CB41C-FEB3-4D92-8C34-0BC818F5D447}" type="pres">
      <dgm:prSet presAssocID="{E26A4621-ECBA-4BA3-9C19-4587923ABB56}" presName="spacer" presStyleCnt="0"/>
      <dgm:spPr/>
    </dgm:pt>
    <dgm:pt modelId="{8D0AFB11-8262-48F5-8953-DDF3F65C020C}" type="pres">
      <dgm:prSet presAssocID="{9CFF3229-1CF7-4CCB-A5AF-EDF653254519}" presName="parentText" presStyleLbl="node1" presStyleIdx="1" presStyleCnt="4">
        <dgm:presLayoutVars>
          <dgm:chMax val="0"/>
          <dgm:bulletEnabled val="1"/>
        </dgm:presLayoutVars>
      </dgm:prSet>
      <dgm:spPr/>
    </dgm:pt>
    <dgm:pt modelId="{87A5B1EF-9699-4AF2-B58B-6C8064AEA534}" type="pres">
      <dgm:prSet presAssocID="{DCA2784A-C366-4878-AFD1-43ED77C23AD9}" presName="spacer" presStyleCnt="0"/>
      <dgm:spPr/>
    </dgm:pt>
    <dgm:pt modelId="{9D4D5687-7BB4-4D98-8FEF-623605A85510}" type="pres">
      <dgm:prSet presAssocID="{A7B65302-93EB-477F-A7D6-34F3AD60A898}" presName="parentText" presStyleLbl="node1" presStyleIdx="2" presStyleCnt="4">
        <dgm:presLayoutVars>
          <dgm:chMax val="0"/>
          <dgm:bulletEnabled val="1"/>
        </dgm:presLayoutVars>
      </dgm:prSet>
      <dgm:spPr/>
    </dgm:pt>
    <dgm:pt modelId="{C185A728-3BB3-4308-8A13-34A6B3E2E96F}" type="pres">
      <dgm:prSet presAssocID="{42290755-D4CA-45C0-B72D-649B1C2145B9}" presName="spacer" presStyleCnt="0"/>
      <dgm:spPr/>
    </dgm:pt>
    <dgm:pt modelId="{26EC8043-5401-44C9-BA8C-71F512397982}" type="pres">
      <dgm:prSet presAssocID="{4AEE8286-96C9-4303-AA70-443278CEAAC9}" presName="parentText" presStyleLbl="node1" presStyleIdx="3" presStyleCnt="4">
        <dgm:presLayoutVars>
          <dgm:chMax val="0"/>
          <dgm:bulletEnabled val="1"/>
        </dgm:presLayoutVars>
      </dgm:prSet>
      <dgm:spPr/>
    </dgm:pt>
  </dgm:ptLst>
  <dgm:cxnLst>
    <dgm:cxn modelId="{37AB6720-27E0-4A9D-8E3E-2A9056398C97}" srcId="{731E7F8A-BDB5-44FC-8CFE-5D875FA3A910}" destId="{4AEE8286-96C9-4303-AA70-443278CEAAC9}" srcOrd="3" destOrd="0" parTransId="{4A0F1B77-79E1-4247-B4DD-DD7ABAE75C5B}" sibTransId="{D0681A17-6623-48CF-9742-FF7E3A04C827}"/>
    <dgm:cxn modelId="{5DCF6F6C-5741-4E50-989E-B39630B4BBA5}" type="presOf" srcId="{731E7F8A-BDB5-44FC-8CFE-5D875FA3A910}" destId="{9764748A-39CD-4813-A766-4D9BD9A287B0}" srcOrd="0" destOrd="0" presId="urn:microsoft.com/office/officeart/2005/8/layout/vList2"/>
    <dgm:cxn modelId="{C9202055-D794-47FF-A2A2-37254DDCF1B2}" type="presOf" srcId="{3969BAC1-6694-4203-9C8F-65BA85721F12}" destId="{D817FEB3-31F9-4AF5-8731-BED8A6B54D16}" srcOrd="0" destOrd="0" presId="urn:microsoft.com/office/officeart/2005/8/layout/vList2"/>
    <dgm:cxn modelId="{28819184-FCB1-4393-987C-F1FC32A08B31}" srcId="{731E7F8A-BDB5-44FC-8CFE-5D875FA3A910}" destId="{A7B65302-93EB-477F-A7D6-34F3AD60A898}" srcOrd="2" destOrd="0" parTransId="{5CC3E1C3-A6F4-41BC-81B1-9DEF87AEC6FC}" sibTransId="{42290755-D4CA-45C0-B72D-649B1C2145B9}"/>
    <dgm:cxn modelId="{8909688E-0F9A-4463-8CD5-C2CE42C56DFD}" type="presOf" srcId="{4AEE8286-96C9-4303-AA70-443278CEAAC9}" destId="{26EC8043-5401-44C9-BA8C-71F512397982}" srcOrd="0" destOrd="0" presId="urn:microsoft.com/office/officeart/2005/8/layout/vList2"/>
    <dgm:cxn modelId="{7D25988F-97A1-4664-A931-8FF8AF41B8BE}" srcId="{731E7F8A-BDB5-44FC-8CFE-5D875FA3A910}" destId="{9CFF3229-1CF7-4CCB-A5AF-EDF653254519}" srcOrd="1" destOrd="0" parTransId="{823C534C-6BFF-44CD-94E0-B9F46439D704}" sibTransId="{DCA2784A-C366-4878-AFD1-43ED77C23AD9}"/>
    <dgm:cxn modelId="{4D2D29CA-9958-42A5-8C2F-4877A65BE024}" srcId="{731E7F8A-BDB5-44FC-8CFE-5D875FA3A910}" destId="{3969BAC1-6694-4203-9C8F-65BA85721F12}" srcOrd="0" destOrd="0" parTransId="{AE4B4985-09EB-4316-9B95-FBBAAD60F2C8}" sibTransId="{E26A4621-ECBA-4BA3-9C19-4587923ABB56}"/>
    <dgm:cxn modelId="{DB5955E4-D3E1-471D-92C2-4F627CC3CB87}" type="presOf" srcId="{A7B65302-93EB-477F-A7D6-34F3AD60A898}" destId="{9D4D5687-7BB4-4D98-8FEF-623605A85510}" srcOrd="0" destOrd="0" presId="urn:microsoft.com/office/officeart/2005/8/layout/vList2"/>
    <dgm:cxn modelId="{8E8344FE-5C1D-4168-BAB8-88070ADCB926}" type="presOf" srcId="{9CFF3229-1CF7-4CCB-A5AF-EDF653254519}" destId="{8D0AFB11-8262-48F5-8953-DDF3F65C020C}" srcOrd="0" destOrd="0" presId="urn:microsoft.com/office/officeart/2005/8/layout/vList2"/>
    <dgm:cxn modelId="{6C74D3AF-AE0B-43DA-A076-7D00BE6D5A02}" type="presParOf" srcId="{9764748A-39CD-4813-A766-4D9BD9A287B0}" destId="{D817FEB3-31F9-4AF5-8731-BED8A6B54D16}" srcOrd="0" destOrd="0" presId="urn:microsoft.com/office/officeart/2005/8/layout/vList2"/>
    <dgm:cxn modelId="{7E67F666-C6A0-4369-BC95-29229CDA8CCD}" type="presParOf" srcId="{9764748A-39CD-4813-A766-4D9BD9A287B0}" destId="{354CB41C-FEB3-4D92-8C34-0BC818F5D447}" srcOrd="1" destOrd="0" presId="urn:microsoft.com/office/officeart/2005/8/layout/vList2"/>
    <dgm:cxn modelId="{B6149A32-185D-4C24-9B26-1309199CC0A0}" type="presParOf" srcId="{9764748A-39CD-4813-A766-4D9BD9A287B0}" destId="{8D0AFB11-8262-48F5-8953-DDF3F65C020C}" srcOrd="2" destOrd="0" presId="urn:microsoft.com/office/officeart/2005/8/layout/vList2"/>
    <dgm:cxn modelId="{A64DF91D-C1A0-4891-BE7D-626070F3FC83}" type="presParOf" srcId="{9764748A-39CD-4813-A766-4D9BD9A287B0}" destId="{87A5B1EF-9699-4AF2-B58B-6C8064AEA534}" srcOrd="3" destOrd="0" presId="urn:microsoft.com/office/officeart/2005/8/layout/vList2"/>
    <dgm:cxn modelId="{6721E9B4-83B9-4080-9F70-B54C2D213270}" type="presParOf" srcId="{9764748A-39CD-4813-A766-4D9BD9A287B0}" destId="{9D4D5687-7BB4-4D98-8FEF-623605A85510}" srcOrd="4" destOrd="0" presId="urn:microsoft.com/office/officeart/2005/8/layout/vList2"/>
    <dgm:cxn modelId="{853EF566-2B74-47B5-BB63-977D7BC2BEB5}" type="presParOf" srcId="{9764748A-39CD-4813-A766-4D9BD9A287B0}" destId="{C185A728-3BB3-4308-8A13-34A6B3E2E96F}" srcOrd="5" destOrd="0" presId="urn:microsoft.com/office/officeart/2005/8/layout/vList2"/>
    <dgm:cxn modelId="{FC5A4F47-3F66-49DB-89D4-DE795C00889A}" type="presParOf" srcId="{9764748A-39CD-4813-A766-4D9BD9A287B0}" destId="{26EC8043-5401-44C9-BA8C-71F51239798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66B84-1E7B-452F-8B44-1906B2B7433E}">
      <dsp:nvSpPr>
        <dsp:cNvPr id="0" name=""/>
        <dsp:cNvSpPr/>
      </dsp:nvSpPr>
      <dsp:spPr>
        <a:xfrm>
          <a:off x="0" y="679717"/>
          <a:ext cx="3024485" cy="1920548"/>
        </a:xfrm>
        <a:prstGeom prst="roundRect">
          <a:avLst>
            <a:gd name="adj" fmla="val 1000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8EFDBEDF-DBAC-48FC-AF11-73F43B5327F3}">
      <dsp:nvSpPr>
        <dsp:cNvPr id="0" name=""/>
        <dsp:cNvSpPr/>
      </dsp:nvSpPr>
      <dsp:spPr>
        <a:xfrm>
          <a:off x="336053" y="998968"/>
          <a:ext cx="3024485" cy="192054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it-IT" sz="3300" kern="1200" dirty="0"/>
            <a:t>Da dove siamo partiti/e </a:t>
          </a:r>
          <a:endParaRPr lang="en-US" sz="3300" kern="1200" dirty="0"/>
        </a:p>
      </dsp:txBody>
      <dsp:txXfrm>
        <a:off x="392304" y="1055219"/>
        <a:ext cx="2911983" cy="1808046"/>
      </dsp:txXfrm>
    </dsp:sp>
    <dsp:sp modelId="{29772E2F-7085-48A2-80A3-A7F8ACB18593}">
      <dsp:nvSpPr>
        <dsp:cNvPr id="0" name=""/>
        <dsp:cNvSpPr/>
      </dsp:nvSpPr>
      <dsp:spPr>
        <a:xfrm>
          <a:off x="3696592" y="679717"/>
          <a:ext cx="3024485" cy="1920548"/>
        </a:xfrm>
        <a:prstGeom prst="roundRect">
          <a:avLst>
            <a:gd name="adj" fmla="val 1000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871973F4-F967-4C2D-8315-CEBBC60CB79B}">
      <dsp:nvSpPr>
        <dsp:cNvPr id="0" name=""/>
        <dsp:cNvSpPr/>
      </dsp:nvSpPr>
      <dsp:spPr>
        <a:xfrm>
          <a:off x="4032646" y="998968"/>
          <a:ext cx="3024485" cy="192054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it-IT" sz="3300" kern="1200" dirty="0"/>
            <a:t>Dove siamo arrivati/e</a:t>
          </a:r>
          <a:endParaRPr lang="en-US" sz="3300" kern="1200" dirty="0"/>
        </a:p>
      </dsp:txBody>
      <dsp:txXfrm>
        <a:off x="4088897" y="1055219"/>
        <a:ext cx="2911983" cy="1808046"/>
      </dsp:txXfrm>
    </dsp:sp>
    <dsp:sp modelId="{3A4BBD40-2179-4622-ADA0-955AB1E0B029}">
      <dsp:nvSpPr>
        <dsp:cNvPr id="0" name=""/>
        <dsp:cNvSpPr/>
      </dsp:nvSpPr>
      <dsp:spPr>
        <a:xfrm>
          <a:off x="7393185" y="679717"/>
          <a:ext cx="3024485" cy="1920548"/>
        </a:xfrm>
        <a:prstGeom prst="roundRect">
          <a:avLst>
            <a:gd name="adj" fmla="val 1000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56117D73-FF3C-4485-9A7B-E79E63CBD759}">
      <dsp:nvSpPr>
        <dsp:cNvPr id="0" name=""/>
        <dsp:cNvSpPr/>
      </dsp:nvSpPr>
      <dsp:spPr>
        <a:xfrm>
          <a:off x="7729239" y="998968"/>
          <a:ext cx="3024485" cy="192054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Quanta </a:t>
          </a:r>
          <a:r>
            <a:rPr lang="en-US" sz="3300" kern="1200" dirty="0" err="1"/>
            <a:t>strada</a:t>
          </a:r>
          <a:r>
            <a:rPr lang="en-US" sz="3300" kern="1200" dirty="0"/>
            <a:t> </a:t>
          </a:r>
          <a:r>
            <a:rPr lang="en-US" sz="3300" kern="1200" dirty="0" err="1"/>
            <a:t>dobbiamo</a:t>
          </a:r>
          <a:r>
            <a:rPr lang="en-US" sz="3300" kern="1200" dirty="0"/>
            <a:t> fare</a:t>
          </a:r>
        </a:p>
      </dsp:txBody>
      <dsp:txXfrm>
        <a:off x="7785490" y="1055219"/>
        <a:ext cx="2911983" cy="1808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FCE0F0-BDFB-4821-BEF0-EB25FA252BF5}">
      <dsp:nvSpPr>
        <dsp:cNvPr id="0" name=""/>
        <dsp:cNvSpPr/>
      </dsp:nvSpPr>
      <dsp:spPr>
        <a:xfrm>
          <a:off x="0" y="516216"/>
          <a:ext cx="10753725" cy="59202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it-IT" sz="2300" kern="1200" dirty="0"/>
            <a:t>1906: Finlandia è primo paese europeo a concedere il diritto di voto alle donne;</a:t>
          </a:r>
          <a:endParaRPr lang="en-US" sz="2300" kern="1200" dirty="0"/>
        </a:p>
      </dsp:txBody>
      <dsp:txXfrm>
        <a:off x="28900" y="545116"/>
        <a:ext cx="10695925" cy="534220"/>
      </dsp:txXfrm>
    </dsp:sp>
    <dsp:sp modelId="{19F81B38-EF15-4523-A3E6-B2ED75908ACB}">
      <dsp:nvSpPr>
        <dsp:cNvPr id="0" name=""/>
        <dsp:cNvSpPr/>
      </dsp:nvSpPr>
      <dsp:spPr>
        <a:xfrm>
          <a:off x="0" y="1174476"/>
          <a:ext cx="10753725" cy="59202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it-IT" sz="2300" kern="1200"/>
            <a:t>1917: Russia con la rivoluzione di ottobre;</a:t>
          </a:r>
          <a:endParaRPr lang="en-US" sz="2300" kern="1200"/>
        </a:p>
      </dsp:txBody>
      <dsp:txXfrm>
        <a:off x="28900" y="1203376"/>
        <a:ext cx="10695925" cy="534220"/>
      </dsp:txXfrm>
    </dsp:sp>
    <dsp:sp modelId="{2D0C30D0-174B-4EB2-ADA1-AF8A80187F8E}">
      <dsp:nvSpPr>
        <dsp:cNvPr id="0" name=""/>
        <dsp:cNvSpPr/>
      </dsp:nvSpPr>
      <dsp:spPr>
        <a:xfrm>
          <a:off x="0" y="1832737"/>
          <a:ext cx="10753725" cy="59202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it-IT" sz="2300" kern="1200"/>
            <a:t>1918: Gran Bretagna;</a:t>
          </a:r>
          <a:endParaRPr lang="en-US" sz="2300" kern="1200"/>
        </a:p>
      </dsp:txBody>
      <dsp:txXfrm>
        <a:off x="28900" y="1861637"/>
        <a:ext cx="10695925" cy="534220"/>
      </dsp:txXfrm>
    </dsp:sp>
    <dsp:sp modelId="{A646F22D-3F00-48B1-B4F4-9712E25ABDAE}">
      <dsp:nvSpPr>
        <dsp:cNvPr id="0" name=""/>
        <dsp:cNvSpPr/>
      </dsp:nvSpPr>
      <dsp:spPr>
        <a:xfrm>
          <a:off x="0" y="2490997"/>
          <a:ext cx="10753725" cy="59202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it-IT" sz="2300" kern="1200"/>
            <a:t>1920: US</a:t>
          </a:r>
          <a:endParaRPr lang="en-US" sz="2300" kern="1200"/>
        </a:p>
      </dsp:txBody>
      <dsp:txXfrm>
        <a:off x="28900" y="2519897"/>
        <a:ext cx="10695925" cy="5342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CEAA8-779A-44ED-B5B5-6BEA123025A9}">
      <dsp:nvSpPr>
        <dsp:cNvPr id="0" name=""/>
        <dsp:cNvSpPr/>
      </dsp:nvSpPr>
      <dsp:spPr>
        <a:xfrm>
          <a:off x="747719" y="2979"/>
          <a:ext cx="2893214" cy="17359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it-IT" sz="2100" kern="1200" dirty="0"/>
            <a:t>Avevano accesso limitato all’istruzione (NON potevano andare all’università);</a:t>
          </a:r>
          <a:endParaRPr lang="en-US" sz="2100" kern="1200" dirty="0"/>
        </a:p>
      </dsp:txBody>
      <dsp:txXfrm>
        <a:off x="747719" y="2979"/>
        <a:ext cx="2893214" cy="1735928"/>
      </dsp:txXfrm>
    </dsp:sp>
    <dsp:sp modelId="{2E86AA75-1F24-4F72-9BC0-FF4BF5F8B144}">
      <dsp:nvSpPr>
        <dsp:cNvPr id="0" name=""/>
        <dsp:cNvSpPr/>
      </dsp:nvSpPr>
      <dsp:spPr>
        <a:xfrm>
          <a:off x="3930255" y="2979"/>
          <a:ext cx="2893214" cy="17359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it-IT" sz="2100" kern="1200" dirty="0"/>
            <a:t>Erano escluse dall’insegnamento universitario;</a:t>
          </a:r>
          <a:endParaRPr lang="en-US" sz="2100" kern="1200" dirty="0"/>
        </a:p>
      </dsp:txBody>
      <dsp:txXfrm>
        <a:off x="3930255" y="2979"/>
        <a:ext cx="2893214" cy="1735928"/>
      </dsp:txXfrm>
    </dsp:sp>
    <dsp:sp modelId="{67995C79-8254-455A-A67B-C73E638C7B9F}">
      <dsp:nvSpPr>
        <dsp:cNvPr id="0" name=""/>
        <dsp:cNvSpPr/>
      </dsp:nvSpPr>
      <dsp:spPr>
        <a:xfrm>
          <a:off x="7112790" y="2979"/>
          <a:ext cx="2893214" cy="17359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it-IT" sz="2100" kern="1200"/>
            <a:t>Non potevano fare le medichesse;</a:t>
          </a:r>
          <a:endParaRPr lang="en-US" sz="2100" kern="1200"/>
        </a:p>
      </dsp:txBody>
      <dsp:txXfrm>
        <a:off x="7112790" y="2979"/>
        <a:ext cx="2893214" cy="1735928"/>
      </dsp:txXfrm>
    </dsp:sp>
    <dsp:sp modelId="{B49994BE-2A5A-4295-9409-E9BCD8CD8591}">
      <dsp:nvSpPr>
        <dsp:cNvPr id="0" name=""/>
        <dsp:cNvSpPr/>
      </dsp:nvSpPr>
      <dsp:spPr>
        <a:xfrm>
          <a:off x="747719" y="2028229"/>
          <a:ext cx="2893214" cy="17359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it-IT" sz="2100" kern="1200"/>
            <a:t>Non potevano assumere posizioni politiche di rilievo;</a:t>
          </a:r>
          <a:endParaRPr lang="en-US" sz="2100" kern="1200"/>
        </a:p>
      </dsp:txBody>
      <dsp:txXfrm>
        <a:off x="747719" y="2028229"/>
        <a:ext cx="2893214" cy="1735928"/>
      </dsp:txXfrm>
    </dsp:sp>
    <dsp:sp modelId="{D90A1F05-3F32-483A-B2B9-B0BD1DA4FEFD}">
      <dsp:nvSpPr>
        <dsp:cNvPr id="0" name=""/>
        <dsp:cNvSpPr/>
      </dsp:nvSpPr>
      <dsp:spPr>
        <a:xfrm>
          <a:off x="3930255" y="2028229"/>
          <a:ext cx="2893214" cy="17359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it-IT" sz="2100" kern="1200"/>
            <a:t>Potevano essere membri del partito ma SOLO in condizione subordinata;</a:t>
          </a:r>
          <a:endParaRPr lang="en-US" sz="2100" kern="1200"/>
        </a:p>
      </dsp:txBody>
      <dsp:txXfrm>
        <a:off x="3930255" y="2028229"/>
        <a:ext cx="2893214" cy="1735928"/>
      </dsp:txXfrm>
    </dsp:sp>
    <dsp:sp modelId="{31A66416-8016-4B7C-9AC1-C139865666A2}">
      <dsp:nvSpPr>
        <dsp:cNvPr id="0" name=""/>
        <dsp:cNvSpPr/>
      </dsp:nvSpPr>
      <dsp:spPr>
        <a:xfrm>
          <a:off x="7112790" y="2028229"/>
          <a:ext cx="2893214" cy="17359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it-IT" sz="2100" kern="1200"/>
            <a:t>Durante la guerra divennero personale militare ausiliario</a:t>
          </a:r>
          <a:endParaRPr lang="en-US" sz="2100" kern="1200"/>
        </a:p>
      </dsp:txBody>
      <dsp:txXfrm>
        <a:off x="7112790" y="2028229"/>
        <a:ext cx="2893214" cy="17359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84D318-0F71-4978-8990-F2EB800DB91B}">
      <dsp:nvSpPr>
        <dsp:cNvPr id="0" name=""/>
        <dsp:cNvSpPr/>
      </dsp:nvSpPr>
      <dsp:spPr>
        <a:xfrm>
          <a:off x="0" y="769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LA RIVOLUZIONE BOLSCEVICA TRASFORMA L’ISTUTUZIONE FAMILIARE;</a:t>
          </a:r>
          <a:endParaRPr lang="en-US" sz="1900" kern="1200"/>
        </a:p>
      </dsp:txBody>
      <dsp:txXfrm>
        <a:off x="23874" y="31572"/>
        <a:ext cx="10705977" cy="441312"/>
      </dsp:txXfrm>
    </dsp:sp>
    <dsp:sp modelId="{FA338D0B-6960-4A90-9AE1-CBF46E98F2CD}">
      <dsp:nvSpPr>
        <dsp:cNvPr id="0" name=""/>
        <dsp:cNvSpPr/>
      </dsp:nvSpPr>
      <dsp:spPr>
        <a:xfrm>
          <a:off x="0" y="55147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I CONIUGI CONSERVANO I LORO DIRITTI DI PROPRIETA’;</a:t>
          </a:r>
          <a:endParaRPr lang="en-US" sz="1900" kern="1200"/>
        </a:p>
      </dsp:txBody>
      <dsp:txXfrm>
        <a:off x="23874" y="575352"/>
        <a:ext cx="10705977" cy="441312"/>
      </dsp:txXfrm>
    </dsp:sp>
    <dsp:sp modelId="{80CCB1D1-B359-404B-81ED-7D5702EED99C}">
      <dsp:nvSpPr>
        <dsp:cNvPr id="0" name=""/>
        <dsp:cNvSpPr/>
      </dsp:nvSpPr>
      <dsp:spPr>
        <a:xfrm>
          <a:off x="0" y="109525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I RELATIVI GUADAGNI;</a:t>
          </a:r>
          <a:endParaRPr lang="en-US" sz="1900" kern="1200"/>
        </a:p>
      </dsp:txBody>
      <dsp:txXfrm>
        <a:off x="23874" y="1119132"/>
        <a:ext cx="10705977" cy="441312"/>
      </dsp:txXfrm>
    </dsp:sp>
    <dsp:sp modelId="{E138143C-7A10-47D0-ABC4-4037ABF2676B}">
      <dsp:nvSpPr>
        <dsp:cNvPr id="0" name=""/>
        <dsp:cNvSpPr/>
      </dsp:nvSpPr>
      <dsp:spPr>
        <a:xfrm>
          <a:off x="0" y="163903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I FIGLI NATI FUORI DAL MATRIMONIO HANNO GLI STESSI DIRITTI DEI FIGLI LEGITTIMI;</a:t>
          </a:r>
          <a:endParaRPr lang="en-US" sz="1900" kern="1200"/>
        </a:p>
      </dsp:txBody>
      <dsp:txXfrm>
        <a:off x="23874" y="1662912"/>
        <a:ext cx="10705977" cy="441312"/>
      </dsp:txXfrm>
    </dsp:sp>
    <dsp:sp modelId="{A32F5C2A-4898-4F1D-8649-C0BBED78A6E1}">
      <dsp:nvSpPr>
        <dsp:cNvPr id="0" name=""/>
        <dsp:cNvSpPr/>
      </dsp:nvSpPr>
      <dsp:spPr>
        <a:xfrm>
          <a:off x="0" y="218281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IL DIVORZIO E’ AMMESSO;</a:t>
          </a:r>
          <a:endParaRPr lang="en-US" sz="1900" kern="1200"/>
        </a:p>
      </dsp:txBody>
      <dsp:txXfrm>
        <a:off x="23874" y="2206692"/>
        <a:ext cx="10705977" cy="441312"/>
      </dsp:txXfrm>
    </dsp:sp>
    <dsp:sp modelId="{9B6C5D88-944D-44BA-BBBA-73655927E486}">
      <dsp:nvSpPr>
        <dsp:cNvPr id="0" name=""/>
        <dsp:cNvSpPr/>
      </dsp:nvSpPr>
      <dsp:spPr>
        <a:xfrm>
          <a:off x="0" y="272659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PARITA’ DI LAVORO;</a:t>
          </a:r>
          <a:endParaRPr lang="en-US" sz="1900" kern="1200"/>
        </a:p>
      </dsp:txBody>
      <dsp:txXfrm>
        <a:off x="23874" y="2750472"/>
        <a:ext cx="10705977" cy="441312"/>
      </dsp:txXfrm>
    </dsp:sp>
    <dsp:sp modelId="{D18563E7-120A-44A3-917E-957BCB4A068A}">
      <dsp:nvSpPr>
        <dsp:cNvPr id="0" name=""/>
        <dsp:cNvSpPr/>
      </dsp:nvSpPr>
      <dsp:spPr>
        <a:xfrm>
          <a:off x="0" y="3270378"/>
          <a:ext cx="10753725"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PARITA’ DI RETRIBUZIONE</a:t>
          </a:r>
          <a:endParaRPr lang="en-US" sz="1900" kern="1200"/>
        </a:p>
      </dsp:txBody>
      <dsp:txXfrm>
        <a:off x="23874" y="3294252"/>
        <a:ext cx="10705977" cy="4413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ED768-CB3C-41F2-B98D-FB0D2DC1E7D8}">
      <dsp:nvSpPr>
        <dsp:cNvPr id="0" name=""/>
        <dsp:cNvSpPr/>
      </dsp:nvSpPr>
      <dsp:spPr>
        <a:xfrm>
          <a:off x="0" y="670"/>
          <a:ext cx="6348501"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0000"/>
                <a:lumMod val="100000"/>
              </a:schemeClr>
            </a:gs>
            <a:gs pos="100000">
              <a:schemeClr val="accent2">
                <a:hueOff val="0"/>
                <a:satOff val="0"/>
                <a:lumOff val="0"/>
                <a:alphaOff val="0"/>
                <a:shade val="80000"/>
                <a:satMod val="100000"/>
                <a:lumMod val="99000"/>
              </a:schemeClr>
            </a:gs>
          </a:gsLst>
          <a:lin ang="27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1CDD626-EF23-45DD-BC8A-15EFA20993EC}">
      <dsp:nvSpPr>
        <dsp:cNvPr id="0" name=""/>
        <dsp:cNvSpPr/>
      </dsp:nvSpPr>
      <dsp:spPr>
        <a:xfrm>
          <a:off x="0" y="670"/>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Promuove la Partecipazione delle donne nel suo staff;</a:t>
          </a:r>
          <a:br>
            <a:rPr lang="en-US" sz="2000" kern="1200"/>
          </a:br>
          <a:r>
            <a:rPr lang="en-US" sz="2000" kern="1200"/>
            <a:t>Istituì la commissione sullo stato delle donne</a:t>
          </a:r>
        </a:p>
      </dsp:txBody>
      <dsp:txXfrm>
        <a:off x="0" y="670"/>
        <a:ext cx="6348501" cy="1098281"/>
      </dsp:txXfrm>
    </dsp:sp>
    <dsp:sp modelId="{ED649A7B-8C6E-45F1-A2AE-67D83DFC9256}">
      <dsp:nvSpPr>
        <dsp:cNvPr id="0" name=""/>
        <dsp:cNvSpPr/>
      </dsp:nvSpPr>
      <dsp:spPr>
        <a:xfrm>
          <a:off x="0" y="1098952"/>
          <a:ext cx="6348501" cy="0"/>
        </a:xfrm>
        <a:prstGeom prst="line">
          <a:avLst/>
        </a:prstGeom>
        <a:gradFill rotWithShape="0">
          <a:gsLst>
            <a:gs pos="0">
              <a:schemeClr val="accent2">
                <a:hueOff val="244707"/>
                <a:satOff val="3298"/>
                <a:lumOff val="4020"/>
                <a:alphaOff val="0"/>
                <a:tint val="97000"/>
                <a:satMod val="100000"/>
                <a:lumMod val="102000"/>
              </a:schemeClr>
            </a:gs>
            <a:gs pos="50000">
              <a:schemeClr val="accent2">
                <a:hueOff val="244707"/>
                <a:satOff val="3298"/>
                <a:lumOff val="4020"/>
                <a:alphaOff val="0"/>
                <a:shade val="100000"/>
                <a:satMod val="100000"/>
                <a:lumMod val="100000"/>
              </a:schemeClr>
            </a:gs>
            <a:gs pos="100000">
              <a:schemeClr val="accent2">
                <a:hueOff val="244707"/>
                <a:satOff val="3298"/>
                <a:lumOff val="4020"/>
                <a:alphaOff val="0"/>
                <a:shade val="80000"/>
                <a:satMod val="100000"/>
                <a:lumMod val="99000"/>
              </a:schemeClr>
            </a:gs>
          </a:gsLst>
          <a:lin ang="2700000" scaled="0"/>
        </a:gradFill>
        <a:ln w="9525" cap="flat" cmpd="sng" algn="ctr">
          <a:solidFill>
            <a:schemeClr val="accent2">
              <a:hueOff val="244707"/>
              <a:satOff val="3298"/>
              <a:lumOff val="402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6EC2D88-1537-4365-8DF9-6FED7F5D1C94}">
      <dsp:nvSpPr>
        <dsp:cNvPr id="0" name=""/>
        <dsp:cNvSpPr/>
      </dsp:nvSpPr>
      <dsp:spPr>
        <a:xfrm>
          <a:off x="0" y="1098952"/>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Presenta la relazione sulla disuguaglianza di genere (1963) a seguito della quale:</a:t>
          </a:r>
        </a:p>
      </dsp:txBody>
      <dsp:txXfrm>
        <a:off x="0" y="1098952"/>
        <a:ext cx="6348501" cy="1098281"/>
      </dsp:txXfrm>
    </dsp:sp>
    <dsp:sp modelId="{E4B22E00-9FDB-4641-ABDF-136A34AD7602}">
      <dsp:nvSpPr>
        <dsp:cNvPr id="0" name=""/>
        <dsp:cNvSpPr/>
      </dsp:nvSpPr>
      <dsp:spPr>
        <a:xfrm>
          <a:off x="0" y="2197234"/>
          <a:ext cx="6348501" cy="0"/>
        </a:xfrm>
        <a:prstGeom prst="line">
          <a:avLst/>
        </a:prstGeom>
        <a:gradFill rotWithShape="0">
          <a:gsLst>
            <a:gs pos="0">
              <a:schemeClr val="accent2">
                <a:hueOff val="489413"/>
                <a:satOff val="6596"/>
                <a:lumOff val="8039"/>
                <a:alphaOff val="0"/>
                <a:tint val="97000"/>
                <a:satMod val="100000"/>
                <a:lumMod val="102000"/>
              </a:schemeClr>
            </a:gs>
            <a:gs pos="50000">
              <a:schemeClr val="accent2">
                <a:hueOff val="489413"/>
                <a:satOff val="6596"/>
                <a:lumOff val="8039"/>
                <a:alphaOff val="0"/>
                <a:shade val="100000"/>
                <a:satMod val="100000"/>
                <a:lumMod val="100000"/>
              </a:schemeClr>
            </a:gs>
            <a:gs pos="100000">
              <a:schemeClr val="accent2">
                <a:hueOff val="489413"/>
                <a:satOff val="6596"/>
                <a:lumOff val="8039"/>
                <a:alphaOff val="0"/>
                <a:shade val="80000"/>
                <a:satMod val="100000"/>
                <a:lumMod val="99000"/>
              </a:schemeClr>
            </a:gs>
          </a:gsLst>
          <a:lin ang="2700000" scaled="0"/>
        </a:gradFill>
        <a:ln w="9525" cap="flat" cmpd="sng" algn="ctr">
          <a:solidFill>
            <a:schemeClr val="accent2">
              <a:hueOff val="489413"/>
              <a:satOff val="6596"/>
              <a:lumOff val="8039"/>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D2A460E-329B-44FE-BC16-9F4B2361BCFB}">
      <dsp:nvSpPr>
        <dsp:cNvPr id="0" name=""/>
        <dsp:cNvSpPr/>
      </dsp:nvSpPr>
      <dsp:spPr>
        <a:xfrm>
          <a:off x="0" y="2197234"/>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venne realizzato il congedo di maternità retribuito;</a:t>
          </a:r>
        </a:p>
      </dsp:txBody>
      <dsp:txXfrm>
        <a:off x="0" y="2197234"/>
        <a:ext cx="6348501" cy="1098281"/>
      </dsp:txXfrm>
    </dsp:sp>
    <dsp:sp modelId="{A60FFE96-51B3-46EB-BA2A-C250E27C4F3C}">
      <dsp:nvSpPr>
        <dsp:cNvPr id="0" name=""/>
        <dsp:cNvSpPr/>
      </dsp:nvSpPr>
      <dsp:spPr>
        <a:xfrm>
          <a:off x="0" y="3295515"/>
          <a:ext cx="6348501" cy="0"/>
        </a:xfrm>
        <a:prstGeom prst="line">
          <a:avLst/>
        </a:prstGeom>
        <a:gradFill rotWithShape="0">
          <a:gsLst>
            <a:gs pos="0">
              <a:schemeClr val="accent2">
                <a:hueOff val="734120"/>
                <a:satOff val="9894"/>
                <a:lumOff val="12059"/>
                <a:alphaOff val="0"/>
                <a:tint val="97000"/>
                <a:satMod val="100000"/>
                <a:lumMod val="102000"/>
              </a:schemeClr>
            </a:gs>
            <a:gs pos="50000">
              <a:schemeClr val="accent2">
                <a:hueOff val="734120"/>
                <a:satOff val="9894"/>
                <a:lumOff val="12059"/>
                <a:alphaOff val="0"/>
                <a:shade val="100000"/>
                <a:satMod val="100000"/>
                <a:lumMod val="100000"/>
              </a:schemeClr>
            </a:gs>
            <a:gs pos="100000">
              <a:schemeClr val="accent2">
                <a:hueOff val="734120"/>
                <a:satOff val="9894"/>
                <a:lumOff val="12059"/>
                <a:alphaOff val="0"/>
                <a:shade val="80000"/>
                <a:satMod val="100000"/>
                <a:lumMod val="99000"/>
              </a:schemeClr>
            </a:gs>
          </a:gsLst>
          <a:lin ang="2700000" scaled="0"/>
        </a:gradFill>
        <a:ln w="9525" cap="flat" cmpd="sng" algn="ctr">
          <a:solidFill>
            <a:schemeClr val="accent2">
              <a:hueOff val="734120"/>
              <a:satOff val="9894"/>
              <a:lumOff val="12059"/>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DCB2138-6519-43B8-8170-F22F473E20BF}">
      <dsp:nvSpPr>
        <dsp:cNvPr id="0" name=""/>
        <dsp:cNvSpPr/>
      </dsp:nvSpPr>
      <dsp:spPr>
        <a:xfrm>
          <a:off x="0" y="3295515"/>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Favorito un maggiore accesso delle donne all’istruzione;</a:t>
          </a:r>
        </a:p>
      </dsp:txBody>
      <dsp:txXfrm>
        <a:off x="0" y="3295515"/>
        <a:ext cx="6348501" cy="1098281"/>
      </dsp:txXfrm>
    </dsp:sp>
    <dsp:sp modelId="{10C88845-EDF8-4EB6-B05A-FCCC5722C21C}">
      <dsp:nvSpPr>
        <dsp:cNvPr id="0" name=""/>
        <dsp:cNvSpPr/>
      </dsp:nvSpPr>
      <dsp:spPr>
        <a:xfrm>
          <a:off x="0" y="4393797"/>
          <a:ext cx="6348501" cy="0"/>
        </a:xfrm>
        <a:prstGeom prst="line">
          <a:avLst/>
        </a:prstGeom>
        <a:gradFill rotWithShape="0">
          <a:gsLst>
            <a:gs pos="0">
              <a:schemeClr val="accent2">
                <a:hueOff val="978826"/>
                <a:satOff val="13192"/>
                <a:lumOff val="16078"/>
                <a:alphaOff val="0"/>
                <a:tint val="97000"/>
                <a:satMod val="100000"/>
                <a:lumMod val="102000"/>
              </a:schemeClr>
            </a:gs>
            <a:gs pos="50000">
              <a:schemeClr val="accent2">
                <a:hueOff val="978826"/>
                <a:satOff val="13192"/>
                <a:lumOff val="16078"/>
                <a:alphaOff val="0"/>
                <a:shade val="100000"/>
                <a:satMod val="100000"/>
                <a:lumMod val="100000"/>
              </a:schemeClr>
            </a:gs>
            <a:gs pos="100000">
              <a:schemeClr val="accent2">
                <a:hueOff val="978826"/>
                <a:satOff val="13192"/>
                <a:lumOff val="16078"/>
                <a:alphaOff val="0"/>
                <a:shade val="80000"/>
                <a:satMod val="100000"/>
                <a:lumMod val="99000"/>
              </a:schemeClr>
            </a:gs>
          </a:gsLst>
          <a:lin ang="2700000" scaled="0"/>
        </a:gradFill>
        <a:ln w="9525" cap="flat" cmpd="sng" algn="ctr">
          <a:solidFill>
            <a:schemeClr val="accent2">
              <a:hueOff val="978826"/>
              <a:satOff val="13192"/>
              <a:lumOff val="1607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6B1473D-692F-4668-B8B4-E24983EEFA29}">
      <dsp:nvSpPr>
        <dsp:cNvPr id="0" name=""/>
        <dsp:cNvSpPr/>
      </dsp:nvSpPr>
      <dsp:spPr>
        <a:xfrm>
          <a:off x="0" y="4393797"/>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Stabilite forme di aiuto per la cura dei figli/e</a:t>
          </a:r>
        </a:p>
      </dsp:txBody>
      <dsp:txXfrm>
        <a:off x="0" y="4393797"/>
        <a:ext cx="6348501" cy="10982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D35DD-5CE7-4786-BF19-96EFB188CCF7}">
      <dsp:nvSpPr>
        <dsp:cNvPr id="0" name=""/>
        <dsp:cNvSpPr/>
      </dsp:nvSpPr>
      <dsp:spPr>
        <a:xfrm>
          <a:off x="0" y="670"/>
          <a:ext cx="6348501"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0000"/>
                <a:lumMod val="100000"/>
              </a:schemeClr>
            </a:gs>
            <a:gs pos="100000">
              <a:schemeClr val="accent2">
                <a:hueOff val="0"/>
                <a:satOff val="0"/>
                <a:lumOff val="0"/>
                <a:alphaOff val="0"/>
                <a:shade val="80000"/>
                <a:satMod val="100000"/>
                <a:lumMod val="99000"/>
              </a:schemeClr>
            </a:gs>
          </a:gsLst>
          <a:lin ang="27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E26176E-7490-4C93-A248-94412D5D6F8D}">
      <dsp:nvSpPr>
        <dsp:cNvPr id="0" name=""/>
        <dsp:cNvSpPr/>
      </dsp:nvSpPr>
      <dsp:spPr>
        <a:xfrm>
          <a:off x="0" y="670"/>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it-IT" sz="4600" kern="1200"/>
            <a:t>Tradizionalisti;</a:t>
          </a:r>
          <a:endParaRPr lang="en-US" sz="4600" kern="1200"/>
        </a:p>
      </dsp:txBody>
      <dsp:txXfrm>
        <a:off x="0" y="670"/>
        <a:ext cx="6348501" cy="1098281"/>
      </dsp:txXfrm>
    </dsp:sp>
    <dsp:sp modelId="{8297BD71-5E78-4B53-891F-89A109AD481A}">
      <dsp:nvSpPr>
        <dsp:cNvPr id="0" name=""/>
        <dsp:cNvSpPr/>
      </dsp:nvSpPr>
      <dsp:spPr>
        <a:xfrm>
          <a:off x="0" y="1098952"/>
          <a:ext cx="6348501" cy="0"/>
        </a:xfrm>
        <a:prstGeom prst="line">
          <a:avLst/>
        </a:prstGeom>
        <a:gradFill rotWithShape="0">
          <a:gsLst>
            <a:gs pos="0">
              <a:schemeClr val="accent2">
                <a:hueOff val="244707"/>
                <a:satOff val="3298"/>
                <a:lumOff val="4020"/>
                <a:alphaOff val="0"/>
                <a:tint val="97000"/>
                <a:satMod val="100000"/>
                <a:lumMod val="102000"/>
              </a:schemeClr>
            </a:gs>
            <a:gs pos="50000">
              <a:schemeClr val="accent2">
                <a:hueOff val="244707"/>
                <a:satOff val="3298"/>
                <a:lumOff val="4020"/>
                <a:alphaOff val="0"/>
                <a:shade val="100000"/>
                <a:satMod val="100000"/>
                <a:lumMod val="100000"/>
              </a:schemeClr>
            </a:gs>
            <a:gs pos="100000">
              <a:schemeClr val="accent2">
                <a:hueOff val="244707"/>
                <a:satOff val="3298"/>
                <a:lumOff val="4020"/>
                <a:alphaOff val="0"/>
                <a:shade val="80000"/>
                <a:satMod val="100000"/>
                <a:lumMod val="99000"/>
              </a:schemeClr>
            </a:gs>
          </a:gsLst>
          <a:lin ang="2700000" scaled="0"/>
        </a:gradFill>
        <a:ln w="9525" cap="flat" cmpd="sng" algn="ctr">
          <a:solidFill>
            <a:schemeClr val="accent2">
              <a:hueOff val="244707"/>
              <a:satOff val="3298"/>
              <a:lumOff val="402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9F804B0-FCA1-4522-B0FA-0E0146D57286}">
      <dsp:nvSpPr>
        <dsp:cNvPr id="0" name=""/>
        <dsp:cNvSpPr/>
      </dsp:nvSpPr>
      <dsp:spPr>
        <a:xfrm>
          <a:off x="0" y="1098952"/>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it-IT" sz="4600" kern="1200"/>
            <a:t>Femminismo liberale;</a:t>
          </a:r>
          <a:endParaRPr lang="en-US" sz="4600" kern="1200"/>
        </a:p>
      </dsp:txBody>
      <dsp:txXfrm>
        <a:off x="0" y="1098952"/>
        <a:ext cx="6348501" cy="1098281"/>
      </dsp:txXfrm>
    </dsp:sp>
    <dsp:sp modelId="{1925FC14-9CA6-4FDC-BEB0-D958078EF155}">
      <dsp:nvSpPr>
        <dsp:cNvPr id="0" name=""/>
        <dsp:cNvSpPr/>
      </dsp:nvSpPr>
      <dsp:spPr>
        <a:xfrm>
          <a:off x="0" y="2197234"/>
          <a:ext cx="6348501" cy="0"/>
        </a:xfrm>
        <a:prstGeom prst="line">
          <a:avLst/>
        </a:prstGeom>
        <a:gradFill rotWithShape="0">
          <a:gsLst>
            <a:gs pos="0">
              <a:schemeClr val="accent2">
                <a:hueOff val="489413"/>
                <a:satOff val="6596"/>
                <a:lumOff val="8039"/>
                <a:alphaOff val="0"/>
                <a:tint val="97000"/>
                <a:satMod val="100000"/>
                <a:lumMod val="102000"/>
              </a:schemeClr>
            </a:gs>
            <a:gs pos="50000">
              <a:schemeClr val="accent2">
                <a:hueOff val="489413"/>
                <a:satOff val="6596"/>
                <a:lumOff val="8039"/>
                <a:alphaOff val="0"/>
                <a:shade val="100000"/>
                <a:satMod val="100000"/>
                <a:lumMod val="100000"/>
              </a:schemeClr>
            </a:gs>
            <a:gs pos="100000">
              <a:schemeClr val="accent2">
                <a:hueOff val="489413"/>
                <a:satOff val="6596"/>
                <a:lumOff val="8039"/>
                <a:alphaOff val="0"/>
                <a:shade val="80000"/>
                <a:satMod val="100000"/>
                <a:lumMod val="99000"/>
              </a:schemeClr>
            </a:gs>
          </a:gsLst>
          <a:lin ang="2700000" scaled="0"/>
        </a:gradFill>
        <a:ln w="9525" cap="flat" cmpd="sng" algn="ctr">
          <a:solidFill>
            <a:schemeClr val="accent2">
              <a:hueOff val="489413"/>
              <a:satOff val="6596"/>
              <a:lumOff val="8039"/>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7D02A4A-DFFD-42DE-AC25-C6308179551E}">
      <dsp:nvSpPr>
        <dsp:cNvPr id="0" name=""/>
        <dsp:cNvSpPr/>
      </dsp:nvSpPr>
      <dsp:spPr>
        <a:xfrm>
          <a:off x="0" y="2197234"/>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it-IT" sz="4600" kern="1200" dirty="0"/>
            <a:t>Femminismo radicale;</a:t>
          </a:r>
          <a:endParaRPr lang="en-US" sz="4600" kern="1200" dirty="0"/>
        </a:p>
      </dsp:txBody>
      <dsp:txXfrm>
        <a:off x="0" y="2197234"/>
        <a:ext cx="6348501" cy="1098281"/>
      </dsp:txXfrm>
    </dsp:sp>
    <dsp:sp modelId="{A57A7619-D6A7-4D53-841E-02D678986DD0}">
      <dsp:nvSpPr>
        <dsp:cNvPr id="0" name=""/>
        <dsp:cNvSpPr/>
      </dsp:nvSpPr>
      <dsp:spPr>
        <a:xfrm>
          <a:off x="0" y="3295515"/>
          <a:ext cx="6348501" cy="0"/>
        </a:xfrm>
        <a:prstGeom prst="line">
          <a:avLst/>
        </a:prstGeom>
        <a:gradFill rotWithShape="0">
          <a:gsLst>
            <a:gs pos="0">
              <a:schemeClr val="accent2">
                <a:hueOff val="734120"/>
                <a:satOff val="9894"/>
                <a:lumOff val="12059"/>
                <a:alphaOff val="0"/>
                <a:tint val="97000"/>
                <a:satMod val="100000"/>
                <a:lumMod val="102000"/>
              </a:schemeClr>
            </a:gs>
            <a:gs pos="50000">
              <a:schemeClr val="accent2">
                <a:hueOff val="734120"/>
                <a:satOff val="9894"/>
                <a:lumOff val="12059"/>
                <a:alphaOff val="0"/>
                <a:shade val="100000"/>
                <a:satMod val="100000"/>
                <a:lumMod val="100000"/>
              </a:schemeClr>
            </a:gs>
            <a:gs pos="100000">
              <a:schemeClr val="accent2">
                <a:hueOff val="734120"/>
                <a:satOff val="9894"/>
                <a:lumOff val="12059"/>
                <a:alphaOff val="0"/>
                <a:shade val="80000"/>
                <a:satMod val="100000"/>
                <a:lumMod val="99000"/>
              </a:schemeClr>
            </a:gs>
          </a:gsLst>
          <a:lin ang="2700000" scaled="0"/>
        </a:gradFill>
        <a:ln w="9525" cap="flat" cmpd="sng" algn="ctr">
          <a:solidFill>
            <a:schemeClr val="accent2">
              <a:hueOff val="734120"/>
              <a:satOff val="9894"/>
              <a:lumOff val="12059"/>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5649C77-7DCB-4FBF-96AF-32D8EB1695A0}">
      <dsp:nvSpPr>
        <dsp:cNvPr id="0" name=""/>
        <dsp:cNvSpPr/>
      </dsp:nvSpPr>
      <dsp:spPr>
        <a:xfrm>
          <a:off x="0" y="3295515"/>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it-IT" sz="4600" kern="1200"/>
            <a:t>Femminismo Marxista;</a:t>
          </a:r>
          <a:endParaRPr lang="en-US" sz="4600" kern="1200"/>
        </a:p>
      </dsp:txBody>
      <dsp:txXfrm>
        <a:off x="0" y="3295515"/>
        <a:ext cx="6348501" cy="1098281"/>
      </dsp:txXfrm>
    </dsp:sp>
    <dsp:sp modelId="{B408EF2E-8836-423B-B99D-85FB0FB0FC21}">
      <dsp:nvSpPr>
        <dsp:cNvPr id="0" name=""/>
        <dsp:cNvSpPr/>
      </dsp:nvSpPr>
      <dsp:spPr>
        <a:xfrm>
          <a:off x="0" y="4393797"/>
          <a:ext cx="6348501" cy="0"/>
        </a:xfrm>
        <a:prstGeom prst="line">
          <a:avLst/>
        </a:prstGeom>
        <a:gradFill rotWithShape="0">
          <a:gsLst>
            <a:gs pos="0">
              <a:schemeClr val="accent2">
                <a:hueOff val="978826"/>
                <a:satOff val="13192"/>
                <a:lumOff val="16078"/>
                <a:alphaOff val="0"/>
                <a:tint val="97000"/>
                <a:satMod val="100000"/>
                <a:lumMod val="102000"/>
              </a:schemeClr>
            </a:gs>
            <a:gs pos="50000">
              <a:schemeClr val="accent2">
                <a:hueOff val="978826"/>
                <a:satOff val="13192"/>
                <a:lumOff val="16078"/>
                <a:alphaOff val="0"/>
                <a:shade val="100000"/>
                <a:satMod val="100000"/>
                <a:lumMod val="100000"/>
              </a:schemeClr>
            </a:gs>
            <a:gs pos="100000">
              <a:schemeClr val="accent2">
                <a:hueOff val="978826"/>
                <a:satOff val="13192"/>
                <a:lumOff val="16078"/>
                <a:alphaOff val="0"/>
                <a:shade val="80000"/>
                <a:satMod val="100000"/>
                <a:lumMod val="99000"/>
              </a:schemeClr>
            </a:gs>
          </a:gsLst>
          <a:lin ang="2700000" scaled="0"/>
        </a:gradFill>
        <a:ln w="9525" cap="flat" cmpd="sng" algn="ctr">
          <a:solidFill>
            <a:schemeClr val="accent2">
              <a:hueOff val="978826"/>
              <a:satOff val="13192"/>
              <a:lumOff val="1607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A1DE5DB-155A-47C6-B567-367B33A06F79}">
      <dsp:nvSpPr>
        <dsp:cNvPr id="0" name=""/>
        <dsp:cNvSpPr/>
      </dsp:nvSpPr>
      <dsp:spPr>
        <a:xfrm>
          <a:off x="0" y="4393797"/>
          <a:ext cx="6348501" cy="10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it-IT" sz="4600" kern="1200"/>
            <a:t>Femminismo culturale.</a:t>
          </a:r>
          <a:endParaRPr lang="en-US" sz="4600" kern="1200"/>
        </a:p>
      </dsp:txBody>
      <dsp:txXfrm>
        <a:off x="0" y="4393797"/>
        <a:ext cx="6348501" cy="10982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7FEB3-31F9-4AF5-8731-BED8A6B54D16}">
      <dsp:nvSpPr>
        <dsp:cNvPr id="0" name=""/>
        <dsp:cNvSpPr/>
      </dsp:nvSpPr>
      <dsp:spPr>
        <a:xfrm>
          <a:off x="0" y="97525"/>
          <a:ext cx="10753725" cy="810005"/>
        </a:xfrm>
        <a:prstGeom prst="round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kern="1200"/>
            <a:t>Connesso al concetto di PATRIARCATO</a:t>
          </a:r>
          <a:endParaRPr lang="en-US" sz="1900" kern="1200"/>
        </a:p>
      </dsp:txBody>
      <dsp:txXfrm>
        <a:off x="39541" y="137066"/>
        <a:ext cx="10674643" cy="730923"/>
      </dsp:txXfrm>
    </dsp:sp>
    <dsp:sp modelId="{8D0AFB11-8262-48F5-8953-DDF3F65C020C}">
      <dsp:nvSpPr>
        <dsp:cNvPr id="0" name=""/>
        <dsp:cNvSpPr/>
      </dsp:nvSpPr>
      <dsp:spPr>
        <a:xfrm>
          <a:off x="0" y="962251"/>
          <a:ext cx="10753725" cy="810005"/>
        </a:xfrm>
        <a:prstGeom prst="roundRect">
          <a:avLst/>
        </a:prstGeom>
        <a:gradFill rotWithShape="0">
          <a:gsLst>
            <a:gs pos="0">
              <a:schemeClr val="accent5">
                <a:hueOff val="-4077871"/>
                <a:satOff val="28025"/>
                <a:lumOff val="-2745"/>
                <a:alphaOff val="0"/>
                <a:tint val="97000"/>
                <a:satMod val="100000"/>
                <a:lumMod val="102000"/>
              </a:schemeClr>
            </a:gs>
            <a:gs pos="50000">
              <a:schemeClr val="accent5">
                <a:hueOff val="-4077871"/>
                <a:satOff val="28025"/>
                <a:lumOff val="-2745"/>
                <a:alphaOff val="0"/>
                <a:shade val="100000"/>
                <a:satMod val="100000"/>
                <a:lumMod val="100000"/>
              </a:schemeClr>
            </a:gs>
            <a:gs pos="100000">
              <a:schemeClr val="accent5">
                <a:hueOff val="-4077871"/>
                <a:satOff val="28025"/>
                <a:lumOff val="-2745"/>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b="0" i="0" kern="1200"/>
            <a:t>una società sotto regole patriarcali è necessariamente oppressiva verso le donne;</a:t>
          </a:r>
          <a:endParaRPr lang="en-US" sz="1900" kern="1200"/>
        </a:p>
      </dsp:txBody>
      <dsp:txXfrm>
        <a:off x="39541" y="1001792"/>
        <a:ext cx="10674643" cy="730923"/>
      </dsp:txXfrm>
    </dsp:sp>
    <dsp:sp modelId="{9D4D5687-7BB4-4D98-8FEF-623605A85510}">
      <dsp:nvSpPr>
        <dsp:cNvPr id="0" name=""/>
        <dsp:cNvSpPr/>
      </dsp:nvSpPr>
      <dsp:spPr>
        <a:xfrm>
          <a:off x="0" y="1826977"/>
          <a:ext cx="10753725" cy="810005"/>
        </a:xfrm>
        <a:prstGeom prst="roundRect">
          <a:avLst/>
        </a:prstGeom>
        <a:gradFill rotWithShape="0">
          <a:gsLst>
            <a:gs pos="0">
              <a:schemeClr val="accent5">
                <a:hueOff val="-8155742"/>
                <a:satOff val="56051"/>
                <a:lumOff val="-5491"/>
                <a:alphaOff val="0"/>
                <a:tint val="97000"/>
                <a:satMod val="100000"/>
                <a:lumMod val="102000"/>
              </a:schemeClr>
            </a:gs>
            <a:gs pos="50000">
              <a:schemeClr val="accent5">
                <a:hueOff val="-8155742"/>
                <a:satOff val="56051"/>
                <a:lumOff val="-5491"/>
                <a:alphaOff val="0"/>
                <a:shade val="100000"/>
                <a:satMod val="100000"/>
                <a:lumMod val="100000"/>
              </a:schemeClr>
            </a:gs>
            <a:gs pos="100000">
              <a:schemeClr val="accent5">
                <a:hueOff val="-8155742"/>
                <a:satOff val="56051"/>
                <a:lumOff val="-5491"/>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b="0" i="0" kern="1200"/>
            <a:t>il </a:t>
          </a:r>
          <a:r>
            <a:rPr lang="it-IT" sz="1900" i="1" kern="1200"/>
            <a:t>genere</a:t>
          </a:r>
          <a:r>
            <a:rPr lang="it-IT" sz="1900" b="0" i="0" kern="1200"/>
            <a:t> è un costrutto completamente sociale creato per il beneficio della </a:t>
          </a:r>
          <a:r>
            <a:rPr lang="it-IT" sz="1900" kern="1200"/>
            <a:t>società patriarcale;</a:t>
          </a:r>
          <a:endParaRPr lang="en-US" sz="1900" kern="1200"/>
        </a:p>
      </dsp:txBody>
      <dsp:txXfrm>
        <a:off x="39541" y="1866518"/>
        <a:ext cx="10674643" cy="730923"/>
      </dsp:txXfrm>
    </dsp:sp>
    <dsp:sp modelId="{26EC8043-5401-44C9-BA8C-71F512397982}">
      <dsp:nvSpPr>
        <dsp:cNvPr id="0" name=""/>
        <dsp:cNvSpPr/>
      </dsp:nvSpPr>
      <dsp:spPr>
        <a:xfrm>
          <a:off x="0" y="2691702"/>
          <a:ext cx="10753725" cy="810005"/>
        </a:xfrm>
        <a:prstGeom prst="roundRect">
          <a:avLst/>
        </a:prstGeom>
        <a:gradFill rotWithShape="0">
          <a:gsLst>
            <a:gs pos="0">
              <a:schemeClr val="accent5">
                <a:hueOff val="-12233612"/>
                <a:satOff val="84076"/>
                <a:lumOff val="-8236"/>
                <a:alphaOff val="0"/>
                <a:tint val="97000"/>
                <a:satMod val="100000"/>
                <a:lumMod val="102000"/>
              </a:schemeClr>
            </a:gs>
            <a:gs pos="50000">
              <a:schemeClr val="accent5">
                <a:hueOff val="-12233612"/>
                <a:satOff val="84076"/>
                <a:lumOff val="-8236"/>
                <a:alphaOff val="0"/>
                <a:shade val="100000"/>
                <a:satMod val="100000"/>
                <a:lumMod val="100000"/>
              </a:schemeClr>
            </a:gs>
            <a:gs pos="100000">
              <a:schemeClr val="accent5">
                <a:hueOff val="-12233612"/>
                <a:satOff val="84076"/>
                <a:lumOff val="-8236"/>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it-IT" sz="1900" b="0" i="0" kern="1200"/>
            <a:t>Per le femministe radicali, la vera uguaglianza tra i sessi si può ottenere solo abbattendo questi costrutti sociali di genere assieme al resto della struttura di potere che mantiene le ineguaglianze</a:t>
          </a:r>
          <a:endParaRPr lang="en-US" sz="1900" kern="1200"/>
        </a:p>
      </dsp:txBody>
      <dsp:txXfrm>
        <a:off x="39541" y="2731243"/>
        <a:ext cx="10674643" cy="73092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E100A8E-1C47-42E5-AA21-036D6B47BC1C}" type="datetimeFigureOut">
              <a:rPr lang="en-US" smtClean="0"/>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005279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0A8E-1C47-42E5-AA21-036D6B47BC1C}"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381006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100A8E-1C47-42E5-AA21-036D6B47BC1C}"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67631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100A8E-1C47-42E5-AA21-036D6B47BC1C}"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4060090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2">
                    <a:lumMod val="7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100A8E-1C47-42E5-AA21-036D6B47BC1C}" type="datetimeFigureOut">
              <a:rPr lang="en-US" smtClean="0"/>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655862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100A8E-1C47-42E5-AA21-036D6B47BC1C}"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1467391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100A8E-1C47-42E5-AA21-036D6B47BC1C}" type="datetimeFigureOut">
              <a:rPr lang="en-US" smtClean="0"/>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980529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5E100A8E-1C47-42E5-AA21-036D6B47BC1C}"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A6DDA4A2-2747-40BF-B089-F7428C6A68D1}" type="slidenum">
              <a:rPr lang="en-US" smtClean="0"/>
              <a:t>‹N›</a:t>
            </a:fld>
            <a:endParaRPr lang="en-US"/>
          </a:p>
        </p:txBody>
      </p:sp>
    </p:spTree>
    <p:extLst>
      <p:ext uri="{BB962C8B-B14F-4D97-AF65-F5344CB8AC3E}">
        <p14:creationId xmlns:p14="http://schemas.microsoft.com/office/powerpoint/2010/main" val="124952872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tx2"/>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5E100A8E-1C47-42E5-AA21-036D6B47BC1C}" type="datetimeFigureOut">
              <a:rPr lang="en-US" smtClean="0"/>
              <a:t>3/28/2026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32389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0A8E-1C47-42E5-AA21-036D6B47BC1C}"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528946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0A8E-1C47-42E5-AA21-036D6B47BC1C}"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1696876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E100A8E-1C47-42E5-AA21-036D6B47BC1C}" type="datetimeFigureOut">
              <a:rPr lang="en-US" smtClean="0"/>
              <a:t>3/28/2026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A6DDA4A2-2747-40BF-B089-F7428C6A68D1}" type="slidenum">
              <a:rPr lang="en-US" smtClean="0"/>
              <a:t>‹N›</a:t>
            </a:fld>
            <a:endParaRPr lang="en-US"/>
          </a:p>
        </p:txBody>
      </p:sp>
    </p:spTree>
    <p:extLst>
      <p:ext uri="{BB962C8B-B14F-4D97-AF65-F5344CB8AC3E}">
        <p14:creationId xmlns:p14="http://schemas.microsoft.com/office/powerpoint/2010/main" val="8321120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2">
              <a:lumMod val="7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2">
              <a:lumMod val="7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2">
              <a:lumMod val="7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26607-3804-416B-AEE5-4EBF7D37A264}"/>
              </a:ext>
            </a:extLst>
          </p:cNvPr>
          <p:cNvSpPr>
            <a:spLocks noGrp="1"/>
          </p:cNvSpPr>
          <p:nvPr>
            <p:ph type="ctrTitle"/>
          </p:nvPr>
        </p:nvSpPr>
        <p:spPr/>
        <p:txBody>
          <a:bodyPr/>
          <a:lstStyle/>
          <a:p>
            <a:r>
              <a:rPr lang="it-IT" dirty="0"/>
              <a:t>Gender &amp; Inclusion</a:t>
            </a:r>
            <a:endParaRPr lang="en-US" dirty="0"/>
          </a:p>
        </p:txBody>
      </p:sp>
      <p:sp>
        <p:nvSpPr>
          <p:cNvPr id="3" name="Subtitle 2">
            <a:extLst>
              <a:ext uri="{FF2B5EF4-FFF2-40B4-BE49-F238E27FC236}">
                <a16:creationId xmlns:a16="http://schemas.microsoft.com/office/drawing/2014/main" id="{5445AB41-0175-4BD6-9CCA-8F84529B4571}"/>
              </a:ext>
            </a:extLst>
          </p:cNvPr>
          <p:cNvSpPr>
            <a:spLocks noGrp="1"/>
          </p:cNvSpPr>
          <p:nvPr>
            <p:ph type="subTitle" idx="1"/>
          </p:nvPr>
        </p:nvSpPr>
        <p:spPr/>
        <p:txBody>
          <a:bodyPr/>
          <a:lstStyle/>
          <a:p>
            <a:r>
              <a:rPr lang="it-IT" dirty="0"/>
              <a:t>Lezione 5</a:t>
            </a:r>
          </a:p>
          <a:p>
            <a:r>
              <a:rPr lang="it-IT" dirty="0"/>
              <a:t>Barbara Martini</a:t>
            </a:r>
            <a:endParaRPr lang="en-US" dirty="0"/>
          </a:p>
        </p:txBody>
      </p:sp>
      <p:pic>
        <p:nvPicPr>
          <p:cNvPr id="5" name="Picture 4" descr="Icon&#10;&#10;Description automatically generated">
            <a:extLst>
              <a:ext uri="{FF2B5EF4-FFF2-40B4-BE49-F238E27FC236}">
                <a16:creationId xmlns:a16="http://schemas.microsoft.com/office/drawing/2014/main" id="{E71C4589-30D1-4BBE-8AAC-8C2B4888D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22120" cy="1813718"/>
          </a:xfrm>
          <a:prstGeom prst="rect">
            <a:avLst/>
          </a:prstGeom>
        </p:spPr>
      </p:pic>
      <p:pic>
        <p:nvPicPr>
          <p:cNvPr id="6" name="Picture 5">
            <a:extLst>
              <a:ext uri="{FF2B5EF4-FFF2-40B4-BE49-F238E27FC236}">
                <a16:creationId xmlns:a16="http://schemas.microsoft.com/office/drawing/2014/main" id="{98357865-003A-40F2-B99C-19297F151384}"/>
              </a:ext>
            </a:extLst>
          </p:cNvPr>
          <p:cNvPicPr>
            <a:picLocks noChangeAspect="1"/>
          </p:cNvPicPr>
          <p:nvPr/>
        </p:nvPicPr>
        <p:blipFill>
          <a:blip r:embed="rId3"/>
          <a:stretch>
            <a:fillRect/>
          </a:stretch>
        </p:blipFill>
        <p:spPr>
          <a:xfrm>
            <a:off x="10378281" y="0"/>
            <a:ext cx="1813719" cy="1813719"/>
          </a:xfrm>
          <a:prstGeom prst="rect">
            <a:avLst/>
          </a:prstGeom>
        </p:spPr>
      </p:pic>
      <p:pic>
        <p:nvPicPr>
          <p:cNvPr id="7" name="Picture 6">
            <a:extLst>
              <a:ext uri="{FF2B5EF4-FFF2-40B4-BE49-F238E27FC236}">
                <a16:creationId xmlns:a16="http://schemas.microsoft.com/office/drawing/2014/main" id="{AED7A1C5-FC28-4DDA-8AC0-2931C9150446}"/>
              </a:ext>
            </a:extLst>
          </p:cNvPr>
          <p:cNvPicPr>
            <a:picLocks noChangeAspect="1"/>
          </p:cNvPicPr>
          <p:nvPr/>
        </p:nvPicPr>
        <p:blipFill>
          <a:blip r:embed="rId4"/>
          <a:stretch>
            <a:fillRect/>
          </a:stretch>
        </p:blipFill>
        <p:spPr>
          <a:xfrm>
            <a:off x="4786312" y="0"/>
            <a:ext cx="2619375" cy="1743075"/>
          </a:xfrm>
          <a:prstGeom prst="rect">
            <a:avLst/>
          </a:prstGeom>
        </p:spPr>
      </p:pic>
    </p:spTree>
    <p:extLst>
      <p:ext uri="{BB962C8B-B14F-4D97-AF65-F5344CB8AC3E}">
        <p14:creationId xmlns:p14="http://schemas.microsoft.com/office/powerpoint/2010/main" val="2007009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6AD43-1E36-460C-8951-18425EF9D41D}"/>
              </a:ext>
            </a:extLst>
          </p:cNvPr>
          <p:cNvSpPr>
            <a:spLocks noGrp="1"/>
          </p:cNvSpPr>
          <p:nvPr>
            <p:ph type="title"/>
          </p:nvPr>
        </p:nvSpPr>
        <p:spPr/>
        <p:txBody>
          <a:bodyPr>
            <a:normAutofit/>
          </a:bodyPr>
          <a:lstStyle/>
          <a:p>
            <a:r>
              <a:rPr lang="it-IT" dirty="0"/>
              <a:t>Il movimento femminista: dalle origini ai giorni nostri</a:t>
            </a:r>
            <a:endParaRPr lang="en-US" dirty="0"/>
          </a:p>
        </p:txBody>
      </p:sp>
      <p:graphicFrame>
        <p:nvGraphicFramePr>
          <p:cNvPr id="5" name="Content Placeholder 2">
            <a:extLst>
              <a:ext uri="{FF2B5EF4-FFF2-40B4-BE49-F238E27FC236}">
                <a16:creationId xmlns:a16="http://schemas.microsoft.com/office/drawing/2014/main" id="{B8CB1B7E-B225-BFBE-05C2-D7F54B5992D3}"/>
              </a:ext>
            </a:extLst>
          </p:cNvPr>
          <p:cNvGraphicFramePr>
            <a:graphicFrameLocks noGrp="1"/>
          </p:cNvGraphicFramePr>
          <p:nvPr>
            <p:ph idx="1"/>
            <p:extLst>
              <p:ext uri="{D42A27DB-BD31-4B8C-83A1-F6EECF244321}">
                <p14:modId xmlns:p14="http://schemas.microsoft.com/office/powerpoint/2010/main" val="3713898403"/>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812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2B9DD-EABC-42F0-9B4D-49D9C7E58C7F}"/>
              </a:ext>
            </a:extLst>
          </p:cNvPr>
          <p:cNvSpPr>
            <a:spLocks noGrp="1"/>
          </p:cNvSpPr>
          <p:nvPr>
            <p:ph type="title"/>
          </p:nvPr>
        </p:nvSpPr>
        <p:spPr>
          <a:xfrm>
            <a:off x="7197213" y="499533"/>
            <a:ext cx="4345858" cy="1658198"/>
          </a:xfrm>
        </p:spPr>
        <p:txBody>
          <a:bodyPr>
            <a:normAutofit fontScale="90000"/>
          </a:bodyPr>
          <a:lstStyle/>
          <a:p>
            <a:r>
              <a:rPr lang="it-IT" sz="4100" dirty="0"/>
              <a:t>Quanto è difficile conquistare un diritto</a:t>
            </a:r>
            <a:endParaRPr lang="en-US" sz="4100" dirty="0"/>
          </a:p>
        </p:txBody>
      </p:sp>
      <p:sp>
        <p:nvSpPr>
          <p:cNvPr id="3" name="Content Placeholder 2">
            <a:extLst>
              <a:ext uri="{FF2B5EF4-FFF2-40B4-BE49-F238E27FC236}">
                <a16:creationId xmlns:a16="http://schemas.microsoft.com/office/drawing/2014/main" id="{157E0C7A-B0B2-46A5-B4DD-3088E6C55DDB}"/>
              </a:ext>
            </a:extLst>
          </p:cNvPr>
          <p:cNvSpPr>
            <a:spLocks noGrp="1"/>
          </p:cNvSpPr>
          <p:nvPr>
            <p:ph idx="1"/>
          </p:nvPr>
        </p:nvSpPr>
        <p:spPr>
          <a:xfrm>
            <a:off x="7197213" y="2011680"/>
            <a:ext cx="4345858" cy="3864732"/>
          </a:xfrm>
        </p:spPr>
        <p:txBody>
          <a:bodyPr>
            <a:normAutofit/>
          </a:bodyPr>
          <a:lstStyle/>
          <a:p>
            <a:r>
              <a:rPr lang="it-IT" sz="4800" dirty="0"/>
              <a:t>Quanto è facile perderlo</a:t>
            </a:r>
          </a:p>
          <a:p>
            <a:r>
              <a:rPr lang="it-IT" sz="4800" dirty="0"/>
              <a:t>Mai abbassare la guardia!</a:t>
            </a:r>
          </a:p>
          <a:p>
            <a:endParaRPr lang="en-US" dirty="0"/>
          </a:p>
        </p:txBody>
      </p:sp>
      <p:pic>
        <p:nvPicPr>
          <p:cNvPr id="4" name="Picture 3">
            <a:extLst>
              <a:ext uri="{FF2B5EF4-FFF2-40B4-BE49-F238E27FC236}">
                <a16:creationId xmlns:a16="http://schemas.microsoft.com/office/drawing/2014/main" id="{498305E9-81F7-4DA4-8A07-EF5088291A03}"/>
              </a:ext>
            </a:extLst>
          </p:cNvPr>
          <p:cNvPicPr>
            <a:picLocks noChangeAspect="1"/>
          </p:cNvPicPr>
          <p:nvPr/>
        </p:nvPicPr>
        <p:blipFill>
          <a:blip r:embed="rId2"/>
          <a:stretch>
            <a:fillRect/>
          </a:stretch>
        </p:blipFill>
        <p:spPr>
          <a:xfrm>
            <a:off x="643193" y="2403534"/>
            <a:ext cx="4640008" cy="1730891"/>
          </a:xfrm>
          <a:prstGeom prst="rect">
            <a:avLst/>
          </a:prstGeom>
        </p:spPr>
      </p:pic>
    </p:spTree>
    <p:extLst>
      <p:ext uri="{BB962C8B-B14F-4D97-AF65-F5344CB8AC3E}">
        <p14:creationId xmlns:p14="http://schemas.microsoft.com/office/powerpoint/2010/main" val="50662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E5B46-2D93-45F4-839E-A4EE3C311E29}"/>
              </a:ext>
            </a:extLst>
          </p:cNvPr>
          <p:cNvSpPr>
            <a:spLocks noGrp="1"/>
          </p:cNvSpPr>
          <p:nvPr>
            <p:ph type="title"/>
          </p:nvPr>
        </p:nvSpPr>
        <p:spPr>
          <a:xfrm>
            <a:off x="5087738" y="770467"/>
            <a:ext cx="6298065" cy="3352800"/>
          </a:xfrm>
        </p:spPr>
        <p:txBody>
          <a:bodyPr vert="horz" lIns="91440" tIns="45720" rIns="91440" bIns="45720" rtlCol="0" anchor="b">
            <a:normAutofit fontScale="90000"/>
          </a:bodyPr>
          <a:lstStyle/>
          <a:p>
            <a:pPr>
              <a:lnSpc>
                <a:spcPct val="80000"/>
              </a:lnSpc>
            </a:pPr>
            <a:r>
              <a:rPr lang="en-US" sz="5500" dirty="0" err="1">
                <a:solidFill>
                  <a:schemeClr val="tx1"/>
                </a:solidFill>
              </a:rPr>
              <a:t>Dichiarazone</a:t>
            </a:r>
            <a:r>
              <a:rPr lang="en-US" sz="5500" dirty="0">
                <a:solidFill>
                  <a:schemeClr val="tx1"/>
                </a:solidFill>
              </a:rPr>
              <a:t> </a:t>
            </a:r>
            <a:r>
              <a:rPr lang="en-US" sz="5500" dirty="0" err="1">
                <a:solidFill>
                  <a:schemeClr val="tx1"/>
                </a:solidFill>
              </a:rPr>
              <a:t>dei</a:t>
            </a:r>
            <a:r>
              <a:rPr lang="en-US" sz="5500" dirty="0">
                <a:solidFill>
                  <a:schemeClr val="tx1"/>
                </a:solidFill>
              </a:rPr>
              <a:t> </a:t>
            </a:r>
            <a:r>
              <a:rPr lang="en-US" sz="5500" dirty="0" err="1">
                <a:solidFill>
                  <a:schemeClr val="tx1"/>
                </a:solidFill>
              </a:rPr>
              <a:t>diritti</a:t>
            </a:r>
            <a:r>
              <a:rPr lang="en-US" sz="5500" dirty="0">
                <a:solidFill>
                  <a:schemeClr val="tx1"/>
                </a:solidFill>
              </a:rPr>
              <a:t> </a:t>
            </a:r>
            <a:r>
              <a:rPr lang="en-US" sz="5500" dirty="0" err="1">
                <a:solidFill>
                  <a:schemeClr val="tx1"/>
                </a:solidFill>
              </a:rPr>
              <a:t>della</a:t>
            </a:r>
            <a:r>
              <a:rPr lang="en-US" sz="5500" dirty="0">
                <a:solidFill>
                  <a:schemeClr val="tx1"/>
                </a:solidFill>
              </a:rPr>
              <a:t> donna e </a:t>
            </a:r>
            <a:r>
              <a:rPr lang="en-US" sz="5500" dirty="0" err="1">
                <a:solidFill>
                  <a:schemeClr val="tx1"/>
                </a:solidFill>
              </a:rPr>
              <a:t>della</a:t>
            </a:r>
            <a:r>
              <a:rPr lang="en-US" sz="5500" dirty="0">
                <a:solidFill>
                  <a:schemeClr val="tx1"/>
                </a:solidFill>
              </a:rPr>
              <a:t> </a:t>
            </a:r>
            <a:r>
              <a:rPr lang="en-US" sz="5500" dirty="0" err="1">
                <a:solidFill>
                  <a:schemeClr val="tx1"/>
                </a:solidFill>
              </a:rPr>
              <a:t>cittadina</a:t>
            </a:r>
            <a:r>
              <a:rPr lang="en-US" sz="5500" dirty="0">
                <a:solidFill>
                  <a:schemeClr val="tx1"/>
                </a:solidFill>
              </a:rPr>
              <a:t>: </a:t>
            </a:r>
            <a:r>
              <a:rPr lang="en-US" sz="5500" dirty="0" err="1">
                <a:solidFill>
                  <a:schemeClr val="tx1"/>
                </a:solidFill>
              </a:rPr>
              <a:t>Olimpede</a:t>
            </a:r>
            <a:r>
              <a:rPr lang="en-US" sz="5500" dirty="0">
                <a:solidFill>
                  <a:schemeClr val="tx1"/>
                </a:solidFill>
              </a:rPr>
              <a:t> de </a:t>
            </a:r>
            <a:r>
              <a:rPr lang="en-US" sz="5500" dirty="0" err="1">
                <a:solidFill>
                  <a:schemeClr val="tx1"/>
                </a:solidFill>
              </a:rPr>
              <a:t>Gougens</a:t>
            </a:r>
            <a:r>
              <a:rPr lang="en-US" sz="5500" dirty="0">
                <a:solidFill>
                  <a:schemeClr val="tx1"/>
                </a:solidFill>
              </a:rPr>
              <a:t> (1791)</a:t>
            </a:r>
          </a:p>
        </p:txBody>
      </p:sp>
      <p:pic>
        <p:nvPicPr>
          <p:cNvPr id="4" name="Content Placeholder 3" descr="Logo&#10;&#10;Description automatically generated with low confidence">
            <a:extLst>
              <a:ext uri="{FF2B5EF4-FFF2-40B4-BE49-F238E27FC236}">
                <a16:creationId xmlns:a16="http://schemas.microsoft.com/office/drawing/2014/main" id="{CB707765-369E-4682-8059-B665740441F4}"/>
              </a:ext>
            </a:extLst>
          </p:cNvPr>
          <p:cNvPicPr>
            <a:picLocks noGrp="1" noChangeAspect="1"/>
          </p:cNvPicPr>
          <p:nvPr>
            <p:ph idx="1"/>
          </p:nvPr>
        </p:nvPicPr>
        <p:blipFill rotWithShape="1">
          <a:blip r:embed="rId2"/>
          <a:srcRect l="89" r="5876" b="-2"/>
          <a:stretch/>
        </p:blipFill>
        <p:spPr>
          <a:xfrm>
            <a:off x="-10288" y="10"/>
            <a:ext cx="4628007" cy="6864408"/>
          </a:xfrm>
          <a:prstGeom prst="rect">
            <a:avLst/>
          </a:prstGeom>
        </p:spPr>
      </p:pic>
    </p:spTree>
    <p:extLst>
      <p:ext uri="{BB962C8B-B14F-4D97-AF65-F5344CB8AC3E}">
        <p14:creationId xmlns:p14="http://schemas.microsoft.com/office/powerpoint/2010/main" val="4119785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B49AC-D3C0-491A-BC87-7383CE5CC8F6}"/>
              </a:ext>
            </a:extLst>
          </p:cNvPr>
          <p:cNvSpPr>
            <a:spLocks noGrp="1"/>
          </p:cNvSpPr>
          <p:nvPr>
            <p:ph type="title"/>
          </p:nvPr>
        </p:nvSpPr>
        <p:spPr>
          <a:xfrm>
            <a:off x="8173212" y="499533"/>
            <a:ext cx="3401568" cy="1501987"/>
          </a:xfrm>
        </p:spPr>
        <p:txBody>
          <a:bodyPr anchor="b">
            <a:normAutofit/>
          </a:bodyPr>
          <a:lstStyle/>
          <a:p>
            <a:r>
              <a:rPr lang="it-IT" sz="4400" dirty="0">
                <a:solidFill>
                  <a:srgbClr val="FFFFFF"/>
                </a:solidFill>
              </a:rPr>
              <a:t>Le </a:t>
            </a:r>
            <a:r>
              <a:rPr lang="it-IT" sz="4400" dirty="0" err="1">
                <a:solidFill>
                  <a:srgbClr val="FFFFFF"/>
                </a:solidFill>
              </a:rPr>
              <a:t>suffraggette</a:t>
            </a:r>
            <a:endParaRPr lang="en-US" sz="4400" dirty="0">
              <a:solidFill>
                <a:srgbClr val="FFFFFF"/>
              </a:solidFill>
            </a:endParaRPr>
          </a:p>
        </p:txBody>
      </p:sp>
      <p:sp>
        <p:nvSpPr>
          <p:cNvPr id="3" name="Content Placeholder 2">
            <a:extLst>
              <a:ext uri="{FF2B5EF4-FFF2-40B4-BE49-F238E27FC236}">
                <a16:creationId xmlns:a16="http://schemas.microsoft.com/office/drawing/2014/main" id="{1B56EBCA-0497-4FE3-9AE3-92F24E1B1C7B}"/>
              </a:ext>
            </a:extLst>
          </p:cNvPr>
          <p:cNvSpPr>
            <a:spLocks noGrp="1"/>
          </p:cNvSpPr>
          <p:nvPr>
            <p:ph idx="1"/>
          </p:nvPr>
        </p:nvSpPr>
        <p:spPr>
          <a:xfrm>
            <a:off x="8173212" y="2419773"/>
            <a:ext cx="3401568" cy="3358092"/>
          </a:xfrm>
        </p:spPr>
        <p:txBody>
          <a:bodyPr>
            <a:normAutofit lnSpcReduction="10000"/>
          </a:bodyPr>
          <a:lstStyle/>
          <a:p>
            <a:pPr marL="0" indent="0">
              <a:buNone/>
            </a:pPr>
            <a:r>
              <a:rPr lang="it-IT" sz="3200" dirty="0">
                <a:solidFill>
                  <a:srgbClr val="FFFFFF"/>
                </a:solidFill>
              </a:rPr>
              <a:t>Gran Bretagna 1865</a:t>
            </a:r>
          </a:p>
          <a:p>
            <a:pPr marL="0" indent="0">
              <a:buNone/>
            </a:pPr>
            <a:r>
              <a:rPr lang="it-IT" sz="3200" dirty="0">
                <a:solidFill>
                  <a:srgbClr val="FFFFFF"/>
                </a:solidFill>
              </a:rPr>
              <a:t>Obiettivo: parità tra uomo e donna non solo nel diritto di voto ma anche nel diritto di famiglia</a:t>
            </a:r>
          </a:p>
          <a:p>
            <a:pPr marL="0" indent="0">
              <a:buNone/>
            </a:pPr>
            <a:endParaRPr lang="en-US" sz="1800" dirty="0">
              <a:solidFill>
                <a:srgbClr val="FFFFFF"/>
              </a:solidFill>
            </a:endParaRPr>
          </a:p>
        </p:txBody>
      </p:sp>
      <p:pic>
        <p:nvPicPr>
          <p:cNvPr id="4" name="Picture 3">
            <a:extLst>
              <a:ext uri="{FF2B5EF4-FFF2-40B4-BE49-F238E27FC236}">
                <a16:creationId xmlns:a16="http://schemas.microsoft.com/office/drawing/2014/main" id="{80BBEA45-41B4-418F-90E3-A4EC159203DD}"/>
              </a:ext>
            </a:extLst>
          </p:cNvPr>
          <p:cNvPicPr>
            <a:picLocks noChangeAspect="1"/>
          </p:cNvPicPr>
          <p:nvPr/>
        </p:nvPicPr>
        <p:blipFill rotWithShape="1">
          <a:blip r:embed="rId2"/>
          <a:srcRect l="26126" r="2" b="2"/>
          <a:stretch/>
        </p:blipFill>
        <p:spPr>
          <a:xfrm>
            <a:off x="633999" y="640080"/>
            <a:ext cx="6278529" cy="5588101"/>
          </a:xfrm>
          <a:prstGeom prst="rect">
            <a:avLst/>
          </a:prstGeom>
        </p:spPr>
      </p:pic>
    </p:spTree>
    <p:extLst>
      <p:ext uri="{BB962C8B-B14F-4D97-AF65-F5344CB8AC3E}">
        <p14:creationId xmlns:p14="http://schemas.microsoft.com/office/powerpoint/2010/main" val="405700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BD1EC-8B2F-4D6E-A736-B755DA23BBD2}"/>
              </a:ext>
            </a:extLst>
          </p:cNvPr>
          <p:cNvSpPr>
            <a:spLocks noGrp="1"/>
          </p:cNvSpPr>
          <p:nvPr>
            <p:ph type="title"/>
          </p:nvPr>
        </p:nvSpPr>
        <p:spPr/>
        <p:txBody>
          <a:bodyPr>
            <a:normAutofit/>
          </a:bodyPr>
          <a:lstStyle/>
          <a:p>
            <a:r>
              <a:rPr lang="it-IT" dirty="0"/>
              <a:t>Nonostante le richieste il processo richiede tempo… tanto tempo…</a:t>
            </a:r>
            <a:endParaRPr lang="en-US" dirty="0"/>
          </a:p>
        </p:txBody>
      </p:sp>
      <p:graphicFrame>
        <p:nvGraphicFramePr>
          <p:cNvPr id="5" name="Content Placeholder 2">
            <a:extLst>
              <a:ext uri="{FF2B5EF4-FFF2-40B4-BE49-F238E27FC236}">
                <a16:creationId xmlns:a16="http://schemas.microsoft.com/office/drawing/2014/main" id="{5B81EA99-1F3E-4842-684D-A81E1D826EC8}"/>
              </a:ext>
            </a:extLst>
          </p:cNvPr>
          <p:cNvGraphicFramePr>
            <a:graphicFrameLocks noGrp="1"/>
          </p:cNvGraphicFramePr>
          <p:nvPr>
            <p:ph idx="1"/>
            <p:extLst>
              <p:ext uri="{D42A27DB-BD31-4B8C-83A1-F6EECF244321}">
                <p14:modId xmlns:p14="http://schemas.microsoft.com/office/powerpoint/2010/main" val="2554740017"/>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1525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8F7-A620-4AC4-A365-5C32E278B74A}"/>
              </a:ext>
            </a:extLst>
          </p:cNvPr>
          <p:cNvSpPr>
            <a:spLocks noGrp="1"/>
          </p:cNvSpPr>
          <p:nvPr>
            <p:ph type="title"/>
          </p:nvPr>
        </p:nvSpPr>
        <p:spPr>
          <a:xfrm>
            <a:off x="5588001" y="499533"/>
            <a:ext cx="5781040" cy="1522307"/>
          </a:xfrm>
        </p:spPr>
        <p:txBody>
          <a:bodyPr>
            <a:normAutofit/>
          </a:bodyPr>
          <a:lstStyle/>
          <a:p>
            <a:r>
              <a:rPr lang="it-IT" dirty="0"/>
              <a:t>Le donne nella II guerra mondiale</a:t>
            </a:r>
            <a:endParaRPr lang="en-US" dirty="0"/>
          </a:p>
        </p:txBody>
      </p:sp>
      <p:sp>
        <p:nvSpPr>
          <p:cNvPr id="3" name="Content Placeholder 2">
            <a:extLst>
              <a:ext uri="{FF2B5EF4-FFF2-40B4-BE49-F238E27FC236}">
                <a16:creationId xmlns:a16="http://schemas.microsoft.com/office/drawing/2014/main" id="{92FD2965-9CD9-4931-ACBD-CBBDFC49BF7B}"/>
              </a:ext>
            </a:extLst>
          </p:cNvPr>
          <p:cNvSpPr>
            <a:spLocks noGrp="1"/>
          </p:cNvSpPr>
          <p:nvPr>
            <p:ph idx="1"/>
          </p:nvPr>
        </p:nvSpPr>
        <p:spPr>
          <a:xfrm>
            <a:off x="5486400" y="2021840"/>
            <a:ext cx="6056671" cy="3854572"/>
          </a:xfrm>
        </p:spPr>
        <p:txBody>
          <a:bodyPr>
            <a:normAutofit/>
          </a:bodyPr>
          <a:lstStyle/>
          <a:p>
            <a:r>
              <a:rPr lang="it-IT" b="1" dirty="0">
                <a:solidFill>
                  <a:srgbClr val="FF0000"/>
                </a:solidFill>
                <a:effectLst>
                  <a:outerShdw blurRad="38100" dist="38100" dir="2700000" algn="tl">
                    <a:srgbClr val="000000">
                      <a:alpha val="43137"/>
                    </a:srgbClr>
                  </a:outerShdw>
                </a:effectLst>
              </a:rPr>
              <a:t>GERMANIA </a:t>
            </a:r>
          </a:p>
          <a:p>
            <a:r>
              <a:rPr lang="it-IT" dirty="0"/>
              <a:t>Secondo i dettami del nazismo le donne sono SPOSE &amp; MADRI </a:t>
            </a:r>
          </a:p>
          <a:p>
            <a:r>
              <a:rPr lang="it-IT" dirty="0"/>
              <a:t>In accordo con un atteggiamento patriarcale ereditato dall’impero tedesco, il motto era:</a:t>
            </a:r>
          </a:p>
          <a:p>
            <a:r>
              <a:rPr lang="it-IT" dirty="0">
                <a:latin typeface="+mj-lt"/>
              </a:rPr>
              <a:t>Kinder (bambini)</a:t>
            </a:r>
          </a:p>
          <a:p>
            <a:r>
              <a:rPr lang="it-IT" dirty="0" err="1">
                <a:latin typeface="+mj-lt"/>
              </a:rPr>
              <a:t>Küche</a:t>
            </a:r>
            <a:r>
              <a:rPr lang="it-IT" dirty="0">
                <a:latin typeface="+mj-lt"/>
              </a:rPr>
              <a:t> (cucina)</a:t>
            </a:r>
          </a:p>
          <a:p>
            <a:r>
              <a:rPr lang="it-IT" dirty="0" err="1">
                <a:latin typeface="+mj-lt"/>
              </a:rPr>
              <a:t>Kirche</a:t>
            </a:r>
            <a:r>
              <a:rPr lang="it-IT" dirty="0">
                <a:latin typeface="+mj-lt"/>
              </a:rPr>
              <a:t> (chiesa)</a:t>
            </a:r>
          </a:p>
          <a:p>
            <a:endParaRPr lang="it-IT" dirty="0"/>
          </a:p>
        </p:txBody>
      </p:sp>
      <p:pic>
        <p:nvPicPr>
          <p:cNvPr id="5" name="Picture 4" descr="A group of people marching&#10;&#10;Description automatically generated with low confidence">
            <a:extLst>
              <a:ext uri="{FF2B5EF4-FFF2-40B4-BE49-F238E27FC236}">
                <a16:creationId xmlns:a16="http://schemas.microsoft.com/office/drawing/2014/main" id="{7355A1BA-B4F0-47FB-9143-B3FE09E07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93" y="1289396"/>
            <a:ext cx="4561996" cy="3313084"/>
          </a:xfrm>
          <a:prstGeom prst="rect">
            <a:avLst/>
          </a:prstGeom>
        </p:spPr>
      </p:pic>
    </p:spTree>
    <p:extLst>
      <p:ext uri="{BB962C8B-B14F-4D97-AF65-F5344CB8AC3E}">
        <p14:creationId xmlns:p14="http://schemas.microsoft.com/office/powerpoint/2010/main" val="513781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3387-084E-47CD-9BB7-BF843ACE7199}"/>
              </a:ext>
            </a:extLst>
          </p:cNvPr>
          <p:cNvSpPr>
            <a:spLocks noGrp="1"/>
          </p:cNvSpPr>
          <p:nvPr>
            <p:ph type="title"/>
          </p:nvPr>
        </p:nvSpPr>
        <p:spPr>
          <a:xfrm>
            <a:off x="5270089" y="619431"/>
            <a:ext cx="6263149" cy="3869205"/>
          </a:xfrm>
        </p:spPr>
        <p:txBody>
          <a:bodyPr vert="horz" lIns="91440" tIns="45720" rIns="91440" bIns="45720" rtlCol="0" anchor="b">
            <a:normAutofit/>
          </a:bodyPr>
          <a:lstStyle/>
          <a:p>
            <a:pPr>
              <a:lnSpc>
                <a:spcPct val="80000"/>
              </a:lnSpc>
            </a:pPr>
            <a:r>
              <a:rPr lang="en-US" sz="5500">
                <a:solidFill>
                  <a:schemeClr val="tx1"/>
                </a:solidFill>
              </a:rPr>
              <a:t>La croce d’onore pre le madri tedesche</a:t>
            </a:r>
            <a:br>
              <a:rPr lang="en-US" sz="5500">
                <a:solidFill>
                  <a:schemeClr val="tx1"/>
                </a:solidFill>
              </a:rPr>
            </a:br>
            <a:r>
              <a:rPr lang="en-US" sz="5500">
                <a:solidFill>
                  <a:schemeClr val="tx1"/>
                </a:solidFill>
              </a:rPr>
              <a:t>conferita a chi aveva più di 4 figli/e</a:t>
            </a:r>
          </a:p>
        </p:txBody>
      </p:sp>
      <p:pic>
        <p:nvPicPr>
          <p:cNvPr id="4" name="Content Placeholder 3">
            <a:extLst>
              <a:ext uri="{FF2B5EF4-FFF2-40B4-BE49-F238E27FC236}">
                <a16:creationId xmlns:a16="http://schemas.microsoft.com/office/drawing/2014/main" id="{7661E36B-0924-4E7D-91AC-48732B3266C3}"/>
              </a:ext>
            </a:extLst>
          </p:cNvPr>
          <p:cNvPicPr>
            <a:picLocks noGrp="1" noChangeAspect="1"/>
          </p:cNvPicPr>
          <p:nvPr>
            <p:ph idx="1"/>
          </p:nvPr>
        </p:nvPicPr>
        <p:blipFill>
          <a:blip r:embed="rId2"/>
          <a:stretch>
            <a:fillRect/>
          </a:stretch>
        </p:blipFill>
        <p:spPr>
          <a:xfrm>
            <a:off x="633999" y="720859"/>
            <a:ext cx="4001315" cy="5407182"/>
          </a:xfrm>
          <a:prstGeom prst="rect">
            <a:avLst/>
          </a:prstGeom>
        </p:spPr>
      </p:pic>
    </p:spTree>
    <p:extLst>
      <p:ext uri="{BB962C8B-B14F-4D97-AF65-F5344CB8AC3E}">
        <p14:creationId xmlns:p14="http://schemas.microsoft.com/office/powerpoint/2010/main" val="1765398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E072-2000-4BF2-9C9A-53EFFC76752B}"/>
              </a:ext>
            </a:extLst>
          </p:cNvPr>
          <p:cNvSpPr>
            <a:spLocks noGrp="1"/>
          </p:cNvSpPr>
          <p:nvPr>
            <p:ph type="title"/>
          </p:nvPr>
        </p:nvSpPr>
        <p:spPr/>
        <p:txBody>
          <a:bodyPr/>
          <a:lstStyle/>
          <a:p>
            <a:r>
              <a:rPr lang="it-IT" dirty="0"/>
              <a:t>LE DONNE</a:t>
            </a:r>
            <a:endParaRPr lang="en-US" dirty="0"/>
          </a:p>
        </p:txBody>
      </p:sp>
      <p:graphicFrame>
        <p:nvGraphicFramePr>
          <p:cNvPr id="5" name="Content Placeholder 2">
            <a:extLst>
              <a:ext uri="{FF2B5EF4-FFF2-40B4-BE49-F238E27FC236}">
                <a16:creationId xmlns:a16="http://schemas.microsoft.com/office/drawing/2014/main" id="{5CB6FF45-30F2-C1EF-4A40-1AEA55553E78}"/>
              </a:ext>
            </a:extLst>
          </p:cNvPr>
          <p:cNvGraphicFramePr>
            <a:graphicFrameLocks noGrp="1"/>
          </p:cNvGraphicFramePr>
          <p:nvPr>
            <p:ph idx="1"/>
            <p:extLst>
              <p:ext uri="{D42A27DB-BD31-4B8C-83A1-F6EECF244321}">
                <p14:modId xmlns:p14="http://schemas.microsoft.com/office/powerpoint/2010/main" val="1949735285"/>
              </p:ext>
            </p:extLst>
          </p:nvPr>
        </p:nvGraphicFramePr>
        <p:xfrm>
          <a:off x="676275" y="2011363"/>
          <a:ext cx="10753725" cy="3767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3587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0FD3-F077-42B2-AFAD-7E9E3D2A5B9C}"/>
              </a:ext>
            </a:extLst>
          </p:cNvPr>
          <p:cNvSpPr>
            <a:spLocks noGrp="1"/>
          </p:cNvSpPr>
          <p:nvPr>
            <p:ph type="title"/>
          </p:nvPr>
        </p:nvSpPr>
        <p:spPr/>
        <p:txBody>
          <a:bodyPr>
            <a:normAutofit/>
          </a:bodyPr>
          <a:lstStyle/>
          <a:p>
            <a:r>
              <a:rPr lang="it-IT" dirty="0"/>
              <a:t>L’umiliazione delle donne passa anche attraverso le piccole cose</a:t>
            </a:r>
            <a:endParaRPr lang="en-US" dirty="0"/>
          </a:p>
        </p:txBody>
      </p:sp>
      <p:sp>
        <p:nvSpPr>
          <p:cNvPr id="3" name="Content Placeholder 2">
            <a:extLst>
              <a:ext uri="{FF2B5EF4-FFF2-40B4-BE49-F238E27FC236}">
                <a16:creationId xmlns:a16="http://schemas.microsoft.com/office/drawing/2014/main" id="{E56891FD-D8E3-406A-80F0-86BD9033EF21}"/>
              </a:ext>
            </a:extLst>
          </p:cNvPr>
          <p:cNvSpPr>
            <a:spLocks noGrp="1"/>
          </p:cNvSpPr>
          <p:nvPr>
            <p:ph idx="1"/>
          </p:nvPr>
        </p:nvSpPr>
        <p:spPr>
          <a:xfrm>
            <a:off x="4641336" y="2011680"/>
            <a:ext cx="6789044" cy="3766185"/>
          </a:xfrm>
        </p:spPr>
        <p:txBody>
          <a:bodyPr>
            <a:normAutofit/>
          </a:bodyPr>
          <a:lstStyle/>
          <a:p>
            <a:r>
              <a:rPr lang="it-IT" sz="2000" b="0" i="0">
                <a:effectLst/>
                <a:latin typeface="Georgia" panose="02040502050405020303" pitchFamily="18" charset="0"/>
              </a:rPr>
              <a:t> Liliana Segre, deportata nel lager femminile di Auschwitz-Birkenau all’età di tredici anni, ha ad esempio </a:t>
            </a:r>
            <a:r>
              <a:rPr lang="it-IT" sz="2000">
                <a:latin typeface="Georgia" panose="02040502050405020303" pitchFamily="18" charset="0"/>
              </a:rPr>
              <a:t>raccontato</a:t>
            </a:r>
            <a:r>
              <a:rPr lang="it-IT" sz="2000" b="0" i="0">
                <a:effectLst/>
                <a:latin typeface="Georgia" panose="02040502050405020303" pitchFamily="18" charset="0"/>
              </a:rPr>
              <a:t>: «Nel lager ho sentito con molta forza il pudore violato, il disprezzo dei nazisti maschi verso donne umiliate. Non credo assolutamente che gli uomini provassero la stessa cosa». E ancora: «La spoliazione della femminilità, la rasatura, la perdita delle mestruazioni, sono state un percorso comune a tutte le donne. Sì, ne abbiamo risentito tutte moltissimo. Io soffrivo parecchio per le mestruazioni e ricordo che uno dei primi pensieri arrivando lì dentro era stato: e quando arriveranno le mestruazioni come farò?».</a:t>
            </a:r>
            <a:endParaRPr lang="en-US" sz="2000"/>
          </a:p>
        </p:txBody>
      </p:sp>
      <p:pic>
        <p:nvPicPr>
          <p:cNvPr id="4" name="Picture 3" descr="A person wearing glasses and a scarf&#10;&#10;Description automatically generated with low confidence">
            <a:extLst>
              <a:ext uri="{FF2B5EF4-FFF2-40B4-BE49-F238E27FC236}">
                <a16:creationId xmlns:a16="http://schemas.microsoft.com/office/drawing/2014/main" id="{E361CE35-7989-4685-B17D-3DA6C5335ACA}"/>
              </a:ext>
            </a:extLst>
          </p:cNvPr>
          <p:cNvPicPr>
            <a:picLocks noChangeAspect="1"/>
          </p:cNvPicPr>
          <p:nvPr/>
        </p:nvPicPr>
        <p:blipFill rotWithShape="1">
          <a:blip r:embed="rId2"/>
          <a:srcRect r="2" b="23853"/>
          <a:stretch/>
        </p:blipFill>
        <p:spPr>
          <a:xfrm>
            <a:off x="799051" y="2076150"/>
            <a:ext cx="3383936" cy="3440068"/>
          </a:xfrm>
          <a:prstGeom prst="rect">
            <a:avLst/>
          </a:prstGeom>
        </p:spPr>
      </p:pic>
    </p:spTree>
    <p:extLst>
      <p:ext uri="{BB962C8B-B14F-4D97-AF65-F5344CB8AC3E}">
        <p14:creationId xmlns:p14="http://schemas.microsoft.com/office/powerpoint/2010/main" val="816201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6647-8BC5-46BF-A944-B599D4986683}"/>
              </a:ext>
            </a:extLst>
          </p:cNvPr>
          <p:cNvSpPr>
            <a:spLocks noGrp="1"/>
          </p:cNvSpPr>
          <p:nvPr>
            <p:ph type="title"/>
          </p:nvPr>
        </p:nvSpPr>
        <p:spPr/>
        <p:txBody>
          <a:bodyPr>
            <a:normAutofit/>
          </a:bodyPr>
          <a:lstStyle/>
          <a:p>
            <a:r>
              <a:rPr lang="it-IT" dirty="0"/>
              <a:t>LA SITUAZIONE IN RUSSIA</a:t>
            </a:r>
            <a:endParaRPr lang="en-US" dirty="0"/>
          </a:p>
        </p:txBody>
      </p:sp>
      <p:sp>
        <p:nvSpPr>
          <p:cNvPr id="3" name="Content Placeholder 2">
            <a:extLst>
              <a:ext uri="{FF2B5EF4-FFF2-40B4-BE49-F238E27FC236}">
                <a16:creationId xmlns:a16="http://schemas.microsoft.com/office/drawing/2014/main" id="{85541001-B271-4D75-ADC6-73548ED21C94}"/>
              </a:ext>
            </a:extLst>
          </p:cNvPr>
          <p:cNvSpPr>
            <a:spLocks noGrp="1"/>
          </p:cNvSpPr>
          <p:nvPr>
            <p:ph idx="1"/>
          </p:nvPr>
        </p:nvSpPr>
        <p:spPr>
          <a:xfrm>
            <a:off x="4641336" y="2011680"/>
            <a:ext cx="6789044" cy="3766185"/>
          </a:xfrm>
        </p:spPr>
        <p:txBody>
          <a:bodyPr>
            <a:normAutofit/>
          </a:bodyPr>
          <a:lstStyle/>
          <a:p>
            <a:r>
              <a:rPr lang="it-IT" sz="4000" dirty="0"/>
              <a:t>LA RIVOLUZIONE DI OTTOBRE DA ALLE DONNE IL DIRITTO:</a:t>
            </a:r>
          </a:p>
          <a:p>
            <a:r>
              <a:rPr lang="it-IT" sz="4000" dirty="0"/>
              <a:t>DI VOTO;</a:t>
            </a:r>
          </a:p>
          <a:p>
            <a:r>
              <a:rPr lang="it-IT" sz="4000" dirty="0"/>
              <a:t>DI DIVORZIO;</a:t>
            </a:r>
          </a:p>
          <a:p>
            <a:r>
              <a:rPr lang="it-IT" sz="4000" dirty="0"/>
              <a:t>DI ABORTO.</a:t>
            </a:r>
            <a:endParaRPr lang="en-US" sz="4000" dirty="0"/>
          </a:p>
        </p:txBody>
      </p:sp>
      <p:pic>
        <p:nvPicPr>
          <p:cNvPr id="4" name="Picture 3">
            <a:extLst>
              <a:ext uri="{FF2B5EF4-FFF2-40B4-BE49-F238E27FC236}">
                <a16:creationId xmlns:a16="http://schemas.microsoft.com/office/drawing/2014/main" id="{56BB5AE3-AB64-4F78-9201-E15E8BC52AC7}"/>
              </a:ext>
            </a:extLst>
          </p:cNvPr>
          <p:cNvPicPr>
            <a:picLocks noChangeAspect="1"/>
          </p:cNvPicPr>
          <p:nvPr/>
        </p:nvPicPr>
        <p:blipFill rotWithShape="1">
          <a:blip r:embed="rId2"/>
          <a:srcRect l="5258" r="26130"/>
          <a:stretch/>
        </p:blipFill>
        <p:spPr>
          <a:xfrm>
            <a:off x="799051" y="2076150"/>
            <a:ext cx="3383936" cy="3440068"/>
          </a:xfrm>
          <a:prstGeom prst="rect">
            <a:avLst/>
          </a:prstGeom>
        </p:spPr>
      </p:pic>
    </p:spTree>
    <p:extLst>
      <p:ext uri="{BB962C8B-B14F-4D97-AF65-F5344CB8AC3E}">
        <p14:creationId xmlns:p14="http://schemas.microsoft.com/office/powerpoint/2010/main" val="3710873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5555-CD9E-4E6F-8D80-9CD94D213E24}"/>
              </a:ext>
            </a:extLst>
          </p:cNvPr>
          <p:cNvSpPr>
            <a:spLocks noGrp="1"/>
          </p:cNvSpPr>
          <p:nvPr>
            <p:ph type="title"/>
          </p:nvPr>
        </p:nvSpPr>
        <p:spPr/>
        <p:txBody>
          <a:bodyPr>
            <a:normAutofit fontScale="90000"/>
          </a:bodyPr>
          <a:lstStyle/>
          <a:p>
            <a:r>
              <a:rPr lang="it-IT" dirty="0"/>
              <a:t>LA RIVOLUZIONE DI OTTOBRE OFFRE UNA SERIE DI SPUNTI INTERESSANTI</a:t>
            </a:r>
            <a:endParaRPr lang="en-US" dirty="0"/>
          </a:p>
        </p:txBody>
      </p:sp>
      <p:graphicFrame>
        <p:nvGraphicFramePr>
          <p:cNvPr id="5" name="Content Placeholder 2">
            <a:extLst>
              <a:ext uri="{FF2B5EF4-FFF2-40B4-BE49-F238E27FC236}">
                <a16:creationId xmlns:a16="http://schemas.microsoft.com/office/drawing/2014/main" id="{B692A8F3-BE1C-4DE6-A215-3145B611D0C9}"/>
              </a:ext>
            </a:extLst>
          </p:cNvPr>
          <p:cNvGraphicFramePr>
            <a:graphicFrameLocks noGrp="1"/>
          </p:cNvGraphicFramePr>
          <p:nvPr>
            <p:ph idx="1"/>
          </p:nvPr>
        </p:nvGraphicFramePr>
        <p:xfrm>
          <a:off x="676275" y="2011363"/>
          <a:ext cx="10753725" cy="3767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0908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74600-B7B2-4F48-904B-4C9764186B9F}"/>
              </a:ext>
            </a:extLst>
          </p:cNvPr>
          <p:cNvSpPr>
            <a:spLocks noGrp="1"/>
          </p:cNvSpPr>
          <p:nvPr>
            <p:ph type="title"/>
          </p:nvPr>
        </p:nvSpPr>
        <p:spPr>
          <a:xfrm>
            <a:off x="4683125" y="499533"/>
            <a:ext cx="6350635" cy="1441027"/>
          </a:xfrm>
        </p:spPr>
        <p:txBody>
          <a:bodyPr>
            <a:normAutofit fontScale="90000"/>
          </a:bodyPr>
          <a:lstStyle/>
          <a:p>
            <a:r>
              <a:rPr lang="it-IT" sz="3800" dirty="0"/>
              <a:t>La morte di Lenin e l’arrivo di Stalin.. Il ritorno al punto di partenza</a:t>
            </a:r>
            <a:endParaRPr lang="en-US" sz="3800" dirty="0"/>
          </a:p>
        </p:txBody>
      </p:sp>
      <p:sp>
        <p:nvSpPr>
          <p:cNvPr id="3" name="Content Placeholder 2">
            <a:extLst>
              <a:ext uri="{FF2B5EF4-FFF2-40B4-BE49-F238E27FC236}">
                <a16:creationId xmlns:a16="http://schemas.microsoft.com/office/drawing/2014/main" id="{F6022EFD-A16E-49CB-BEC8-CEF372576672}"/>
              </a:ext>
            </a:extLst>
          </p:cNvPr>
          <p:cNvSpPr>
            <a:spLocks noGrp="1"/>
          </p:cNvSpPr>
          <p:nvPr>
            <p:ph idx="1"/>
          </p:nvPr>
        </p:nvSpPr>
        <p:spPr>
          <a:xfrm>
            <a:off x="4683760" y="1869440"/>
            <a:ext cx="6695440" cy="4348480"/>
          </a:xfrm>
        </p:spPr>
        <p:txBody>
          <a:bodyPr>
            <a:noAutofit/>
          </a:bodyPr>
          <a:lstStyle/>
          <a:p>
            <a:r>
              <a:rPr lang="it-IT" sz="2800" b="0" i="0" dirty="0">
                <a:effectLst/>
                <a:latin typeface="Lora" pitchFamily="2" charset="0"/>
              </a:rPr>
              <a:t>Il disegno di nuova famiglia ideato da Lenin venne infatti immediatamente abbandonato da Stalin, il quale mise in atto una serie di riforme sociali volte a ricostituire la struttura sociale patriarcale pre-rivoluzionaria. L’emancipazione femminile venne usata da Stalin come una pretesa per mobilizzare le donne in vista di uno sviluppo economico e per impiegarle nell’industria pesante per la produzione di armi.</a:t>
            </a:r>
            <a:endParaRPr lang="en-US" sz="2800" dirty="0"/>
          </a:p>
        </p:txBody>
      </p:sp>
      <p:pic>
        <p:nvPicPr>
          <p:cNvPr id="4" name="Picture 3">
            <a:extLst>
              <a:ext uri="{FF2B5EF4-FFF2-40B4-BE49-F238E27FC236}">
                <a16:creationId xmlns:a16="http://schemas.microsoft.com/office/drawing/2014/main" id="{AE2F4CEB-FAA5-4A94-A86C-A6588EF8B29A}"/>
              </a:ext>
            </a:extLst>
          </p:cNvPr>
          <p:cNvPicPr>
            <a:picLocks noChangeAspect="1"/>
          </p:cNvPicPr>
          <p:nvPr/>
        </p:nvPicPr>
        <p:blipFill rotWithShape="1">
          <a:blip r:embed="rId2"/>
          <a:srcRect l="42294" r="24293" b="-2"/>
          <a:stretch/>
        </p:blipFill>
        <p:spPr>
          <a:xfrm>
            <a:off x="20" y="10"/>
            <a:ext cx="4077443" cy="6864408"/>
          </a:xfrm>
          <a:prstGeom prst="rect">
            <a:avLst/>
          </a:prstGeom>
        </p:spPr>
      </p:pic>
    </p:spTree>
    <p:extLst>
      <p:ext uri="{BB962C8B-B14F-4D97-AF65-F5344CB8AC3E}">
        <p14:creationId xmlns:p14="http://schemas.microsoft.com/office/powerpoint/2010/main" val="725749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7D3D6-0E4D-490F-A84F-1D0510F6D84B}"/>
              </a:ext>
            </a:extLst>
          </p:cNvPr>
          <p:cNvSpPr>
            <a:spLocks noGrp="1"/>
          </p:cNvSpPr>
          <p:nvPr>
            <p:ph type="title"/>
          </p:nvPr>
        </p:nvSpPr>
        <p:spPr>
          <a:xfrm>
            <a:off x="1071846" y="1059736"/>
            <a:ext cx="10040233" cy="1228130"/>
          </a:xfrm>
        </p:spPr>
        <p:txBody>
          <a:bodyPr>
            <a:normAutofit/>
          </a:bodyPr>
          <a:lstStyle/>
          <a:p>
            <a:r>
              <a:rPr lang="it-IT">
                <a:solidFill>
                  <a:srgbClr val="FFFFFF"/>
                </a:solidFill>
              </a:rPr>
              <a:t>Stalin.. La regressione</a:t>
            </a:r>
            <a:endParaRPr lang="en-US">
              <a:solidFill>
                <a:srgbClr val="FFFFFF"/>
              </a:solidFill>
            </a:endParaRPr>
          </a:p>
        </p:txBody>
      </p:sp>
      <p:sp>
        <p:nvSpPr>
          <p:cNvPr id="3" name="Content Placeholder 2">
            <a:extLst>
              <a:ext uri="{FF2B5EF4-FFF2-40B4-BE49-F238E27FC236}">
                <a16:creationId xmlns:a16="http://schemas.microsoft.com/office/drawing/2014/main" id="{9CCCDA2C-D6D8-4382-8CE2-8C86E5A13403}"/>
              </a:ext>
            </a:extLst>
          </p:cNvPr>
          <p:cNvSpPr>
            <a:spLocks noGrp="1"/>
          </p:cNvSpPr>
          <p:nvPr>
            <p:ph idx="1"/>
          </p:nvPr>
        </p:nvSpPr>
        <p:spPr>
          <a:xfrm>
            <a:off x="1071846" y="2973313"/>
            <a:ext cx="10040233" cy="2903099"/>
          </a:xfrm>
        </p:spPr>
        <p:txBody>
          <a:bodyPr>
            <a:normAutofit/>
          </a:bodyPr>
          <a:lstStyle/>
          <a:p>
            <a:r>
              <a:rPr lang="it-IT" b="0" i="0" dirty="0">
                <a:effectLst/>
                <a:latin typeface="Lora" pitchFamily="2" charset="0"/>
              </a:rPr>
              <a:t>In un clima di desideri di libertà ed eguaglianza oramai perduti, Stalin impose il divieto di aborto nel 1936 ed introdusse nel 1944 la legge sulla famiglia. La stessa prevedeva l’imposizione di sanzioni per figli illegittimi e lo stanziamento di fondi a sostegno di madri nubili.</a:t>
            </a:r>
            <a:endParaRPr lang="en-US" dirty="0"/>
          </a:p>
        </p:txBody>
      </p:sp>
    </p:spTree>
    <p:extLst>
      <p:ext uri="{BB962C8B-B14F-4D97-AF65-F5344CB8AC3E}">
        <p14:creationId xmlns:p14="http://schemas.microsoft.com/office/powerpoint/2010/main" val="3645913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0FA-603C-4BCF-B34F-1FFDE3B890A8}"/>
              </a:ext>
            </a:extLst>
          </p:cNvPr>
          <p:cNvSpPr>
            <a:spLocks noGrp="1"/>
          </p:cNvSpPr>
          <p:nvPr>
            <p:ph type="title"/>
          </p:nvPr>
        </p:nvSpPr>
        <p:spPr>
          <a:xfrm>
            <a:off x="6309360" y="246888"/>
            <a:ext cx="5233711" cy="1910843"/>
          </a:xfrm>
        </p:spPr>
        <p:txBody>
          <a:bodyPr>
            <a:normAutofit fontScale="90000"/>
          </a:bodyPr>
          <a:lstStyle/>
          <a:p>
            <a:r>
              <a:rPr lang="it-IT" sz="4400" dirty="0"/>
              <a:t>Il femminismo… </a:t>
            </a:r>
            <a:br>
              <a:rPr lang="it-IT" sz="4400" dirty="0"/>
            </a:br>
            <a:r>
              <a:rPr lang="it-IT" sz="4400" dirty="0"/>
              <a:t>Dalla prima alla seconda ondata</a:t>
            </a:r>
            <a:br>
              <a:rPr lang="it-IT" dirty="0"/>
            </a:br>
            <a:endParaRPr lang="en-US" dirty="0"/>
          </a:p>
        </p:txBody>
      </p:sp>
      <p:sp>
        <p:nvSpPr>
          <p:cNvPr id="3" name="Content Placeholder 2">
            <a:extLst>
              <a:ext uri="{FF2B5EF4-FFF2-40B4-BE49-F238E27FC236}">
                <a16:creationId xmlns:a16="http://schemas.microsoft.com/office/drawing/2014/main" id="{371BB0B4-0272-4526-9C25-DEC94C3AA1C0}"/>
              </a:ext>
            </a:extLst>
          </p:cNvPr>
          <p:cNvSpPr>
            <a:spLocks noGrp="1"/>
          </p:cNvSpPr>
          <p:nvPr>
            <p:ph idx="1"/>
          </p:nvPr>
        </p:nvSpPr>
        <p:spPr>
          <a:xfrm>
            <a:off x="6547104" y="2331720"/>
            <a:ext cx="4995967" cy="3544692"/>
          </a:xfrm>
        </p:spPr>
        <p:txBody>
          <a:bodyPr>
            <a:normAutofit/>
          </a:bodyPr>
          <a:lstStyle/>
          <a:p>
            <a:r>
              <a:rPr lang="it-IT" dirty="0"/>
              <a:t>Con la prima ondata di femminismo le donne hanno ottenuto il diritto di voto e  la rimozione degli ostacoli giuridici all’uguaglianza di genere</a:t>
            </a:r>
          </a:p>
          <a:p>
            <a:r>
              <a:rPr lang="it-IT" dirty="0"/>
              <a:t>Con la seconda ondata di femminismo ci si concentra sulla </a:t>
            </a:r>
            <a:r>
              <a:rPr lang="it-IT" dirty="0" err="1"/>
              <a:t>sessualita’</a:t>
            </a:r>
            <a:r>
              <a:rPr lang="it-IT" dirty="0"/>
              <a:t>, famiglia, lavoro, diritti riproduttivi (siamo negli anni 60)</a:t>
            </a:r>
            <a:endParaRPr lang="en-US" dirty="0"/>
          </a:p>
        </p:txBody>
      </p:sp>
      <p:pic>
        <p:nvPicPr>
          <p:cNvPr id="4" name="Picture 3" descr="A group of people holding signs&#10;&#10;Description automatically generated with low confidence">
            <a:extLst>
              <a:ext uri="{FF2B5EF4-FFF2-40B4-BE49-F238E27FC236}">
                <a16:creationId xmlns:a16="http://schemas.microsoft.com/office/drawing/2014/main" id="{99C0C96C-48F4-434E-AE58-940CB689072A}"/>
              </a:ext>
            </a:extLst>
          </p:cNvPr>
          <p:cNvPicPr>
            <a:picLocks noChangeAspect="1"/>
          </p:cNvPicPr>
          <p:nvPr/>
        </p:nvPicPr>
        <p:blipFill>
          <a:blip r:embed="rId2"/>
          <a:stretch>
            <a:fillRect/>
          </a:stretch>
        </p:blipFill>
        <p:spPr>
          <a:xfrm>
            <a:off x="643192" y="1708750"/>
            <a:ext cx="5451627" cy="3120459"/>
          </a:xfrm>
          <a:prstGeom prst="rect">
            <a:avLst/>
          </a:prstGeom>
        </p:spPr>
      </p:pic>
    </p:spTree>
    <p:extLst>
      <p:ext uri="{BB962C8B-B14F-4D97-AF65-F5344CB8AC3E}">
        <p14:creationId xmlns:p14="http://schemas.microsoft.com/office/powerpoint/2010/main" val="2922904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4A8AA9-6F5C-A57E-C4D7-F9F011ADBA20}"/>
              </a:ext>
            </a:extLst>
          </p:cNvPr>
          <p:cNvSpPr>
            <a:spLocks noGrp="1"/>
          </p:cNvSpPr>
          <p:nvPr>
            <p:ph type="title"/>
          </p:nvPr>
        </p:nvSpPr>
        <p:spPr/>
        <p:txBody>
          <a:bodyPr/>
          <a:lstStyle/>
          <a:p>
            <a:pPr algn="ctr"/>
            <a:r>
              <a:rPr lang="it-IT" dirty="0"/>
              <a:t>Femminismo della differenza</a:t>
            </a:r>
            <a:br>
              <a:rPr lang="it-IT" dirty="0"/>
            </a:br>
            <a:r>
              <a:rPr lang="it-IT" dirty="0"/>
              <a:t> (seconda ondata)</a:t>
            </a:r>
          </a:p>
        </p:txBody>
      </p:sp>
      <p:sp>
        <p:nvSpPr>
          <p:cNvPr id="3" name="Segnaposto contenuto 2">
            <a:extLst>
              <a:ext uri="{FF2B5EF4-FFF2-40B4-BE49-F238E27FC236}">
                <a16:creationId xmlns:a16="http://schemas.microsoft.com/office/drawing/2014/main" id="{6DF4ECC0-20D3-D453-95A5-ADDB686C8423}"/>
              </a:ext>
            </a:extLst>
          </p:cNvPr>
          <p:cNvSpPr>
            <a:spLocks noGrp="1"/>
          </p:cNvSpPr>
          <p:nvPr>
            <p:ph idx="1"/>
          </p:nvPr>
        </p:nvSpPr>
        <p:spPr/>
        <p:txBody>
          <a:bodyPr>
            <a:normAutofit/>
          </a:bodyPr>
          <a:lstStyle/>
          <a:p>
            <a:r>
              <a:rPr lang="it-IT" sz="3600" dirty="0"/>
              <a:t>Valorizza la differenza sessuale</a:t>
            </a:r>
          </a:p>
          <a:p>
            <a:r>
              <a:rPr lang="it-IT" sz="3600" b="1" dirty="0">
                <a:solidFill>
                  <a:srgbClr val="FF0000"/>
                </a:solidFill>
              </a:rPr>
              <a:t>Rifiuta il modello maschile universale</a:t>
            </a:r>
          </a:p>
          <a:p>
            <a:r>
              <a:rPr lang="it-IT" sz="3600" dirty="0"/>
              <a:t>Centralità di linguaggio e simbolico</a:t>
            </a:r>
          </a:p>
        </p:txBody>
      </p:sp>
    </p:spTree>
    <p:extLst>
      <p:ext uri="{BB962C8B-B14F-4D97-AF65-F5344CB8AC3E}">
        <p14:creationId xmlns:p14="http://schemas.microsoft.com/office/powerpoint/2010/main" val="2769969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64AB421E-B8F4-C994-31D3-8736EB391825}"/>
              </a:ext>
            </a:extLst>
          </p:cNvPr>
          <p:cNvSpPr>
            <a:spLocks noGrp="1"/>
          </p:cNvSpPr>
          <p:nvPr>
            <p:ph type="title"/>
          </p:nvPr>
        </p:nvSpPr>
        <p:spPr/>
        <p:txBody>
          <a:bodyPr/>
          <a:lstStyle/>
          <a:p>
            <a:pPr algn="ctr"/>
            <a:r>
              <a:rPr lang="it-IT" dirty="0"/>
              <a:t>La subordinazione è anche simbolica!</a:t>
            </a:r>
          </a:p>
        </p:txBody>
      </p:sp>
      <p:sp>
        <p:nvSpPr>
          <p:cNvPr id="5" name="Segnaposto contenuto 4">
            <a:extLst>
              <a:ext uri="{FF2B5EF4-FFF2-40B4-BE49-F238E27FC236}">
                <a16:creationId xmlns:a16="http://schemas.microsoft.com/office/drawing/2014/main" id="{853EB0A2-306F-C335-0526-D64306B44BFF}"/>
              </a:ext>
            </a:extLst>
          </p:cNvPr>
          <p:cNvSpPr>
            <a:spLocks noGrp="1"/>
          </p:cNvSpPr>
          <p:nvPr>
            <p:ph sz="half" idx="1"/>
          </p:nvPr>
        </p:nvSpPr>
        <p:spPr>
          <a:xfrm>
            <a:off x="676655" y="1998134"/>
            <a:ext cx="5109205" cy="4609344"/>
          </a:xfrm>
        </p:spPr>
        <p:txBody>
          <a:bodyPr/>
          <a:lstStyle/>
          <a:p>
            <a:r>
              <a:rPr lang="it-IT" sz="3600" b="1" dirty="0">
                <a:solidFill>
                  <a:srgbClr val="FF0000"/>
                </a:solidFill>
              </a:rPr>
              <a:t>significa che le donne non sono subordinate solo:</a:t>
            </a:r>
          </a:p>
          <a:p>
            <a:r>
              <a:rPr lang="it-IT" sz="3600" dirty="0"/>
              <a:t>nel lavoro </a:t>
            </a:r>
          </a:p>
          <a:p>
            <a:r>
              <a:rPr lang="it-IT" sz="3600" dirty="0"/>
              <a:t>nel reddito </a:t>
            </a:r>
          </a:p>
          <a:p>
            <a:r>
              <a:rPr lang="it-IT" sz="3600" dirty="0"/>
              <a:t>nei diritti </a:t>
            </a:r>
          </a:p>
          <a:p>
            <a:endParaRPr lang="it-IT" dirty="0"/>
          </a:p>
        </p:txBody>
      </p:sp>
      <p:sp>
        <p:nvSpPr>
          <p:cNvPr id="6" name="Segnaposto contenuto 5">
            <a:extLst>
              <a:ext uri="{FF2B5EF4-FFF2-40B4-BE49-F238E27FC236}">
                <a16:creationId xmlns:a16="http://schemas.microsoft.com/office/drawing/2014/main" id="{EF9ADFA1-B365-C1CD-1B19-70BA05C4BA7A}"/>
              </a:ext>
            </a:extLst>
          </p:cNvPr>
          <p:cNvSpPr>
            <a:spLocks noGrp="1"/>
          </p:cNvSpPr>
          <p:nvPr>
            <p:ph sz="half" idx="2"/>
          </p:nvPr>
        </p:nvSpPr>
        <p:spPr>
          <a:xfrm>
            <a:off x="6011330" y="1998133"/>
            <a:ext cx="5644138" cy="4609345"/>
          </a:xfrm>
        </p:spPr>
        <p:txBody>
          <a:bodyPr/>
          <a:lstStyle/>
          <a:p>
            <a:r>
              <a:rPr lang="it-IT" sz="3600" b="1" dirty="0">
                <a:solidFill>
                  <a:srgbClr val="FF0000"/>
                </a:solidFill>
              </a:rPr>
              <a:t>ma anche nel modo in cui:</a:t>
            </a:r>
          </a:p>
          <a:p>
            <a:r>
              <a:rPr lang="it-IT" sz="3600" dirty="0"/>
              <a:t>vengono </a:t>
            </a:r>
            <a:r>
              <a:rPr lang="it-IT" sz="3600" b="1" dirty="0"/>
              <a:t>rappresentate</a:t>
            </a:r>
            <a:r>
              <a:rPr lang="it-IT" sz="3600" dirty="0"/>
              <a:t> </a:t>
            </a:r>
          </a:p>
          <a:p>
            <a:r>
              <a:rPr lang="it-IT" sz="3600" dirty="0"/>
              <a:t>vengono </a:t>
            </a:r>
            <a:r>
              <a:rPr lang="it-IT" sz="3600" b="1" dirty="0"/>
              <a:t>nominate</a:t>
            </a:r>
            <a:r>
              <a:rPr lang="it-IT" sz="3600" dirty="0"/>
              <a:t> </a:t>
            </a:r>
          </a:p>
          <a:p>
            <a:r>
              <a:rPr lang="it-IT" sz="3600" dirty="0"/>
              <a:t>vengono </a:t>
            </a:r>
            <a:r>
              <a:rPr lang="it-IT" sz="3600" b="1" dirty="0"/>
              <a:t>pensate</a:t>
            </a:r>
            <a:endParaRPr lang="it-IT" sz="3600" dirty="0"/>
          </a:p>
          <a:p>
            <a:endParaRPr lang="it-IT" dirty="0"/>
          </a:p>
        </p:txBody>
      </p:sp>
    </p:spTree>
    <p:extLst>
      <p:ext uri="{BB962C8B-B14F-4D97-AF65-F5344CB8AC3E}">
        <p14:creationId xmlns:p14="http://schemas.microsoft.com/office/powerpoint/2010/main" val="2751846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0A061F-D349-917B-689A-6730CECF5A51}"/>
              </a:ext>
            </a:extLst>
          </p:cNvPr>
          <p:cNvSpPr>
            <a:spLocks noGrp="1"/>
          </p:cNvSpPr>
          <p:nvPr>
            <p:ph type="title"/>
          </p:nvPr>
        </p:nvSpPr>
        <p:spPr/>
        <p:txBody>
          <a:bodyPr/>
          <a:lstStyle/>
          <a:p>
            <a:r>
              <a:rPr lang="it-IT" dirty="0"/>
              <a:t>Esempio di subordinazione simbolica: linguaggio</a:t>
            </a:r>
          </a:p>
        </p:txBody>
      </p:sp>
      <p:sp>
        <p:nvSpPr>
          <p:cNvPr id="3" name="Segnaposto contenuto 2">
            <a:extLst>
              <a:ext uri="{FF2B5EF4-FFF2-40B4-BE49-F238E27FC236}">
                <a16:creationId xmlns:a16="http://schemas.microsoft.com/office/drawing/2014/main" id="{EDBCC1A4-C250-1D25-EE7D-A1C7B2F3A722}"/>
              </a:ext>
            </a:extLst>
          </p:cNvPr>
          <p:cNvSpPr>
            <a:spLocks noGrp="1"/>
          </p:cNvSpPr>
          <p:nvPr>
            <p:ph sz="half" idx="1"/>
          </p:nvPr>
        </p:nvSpPr>
        <p:spPr>
          <a:xfrm>
            <a:off x="676655" y="1998134"/>
            <a:ext cx="4853585" cy="4552978"/>
          </a:xfrm>
        </p:spPr>
        <p:txBody>
          <a:bodyPr/>
          <a:lstStyle/>
          <a:p>
            <a:r>
              <a:rPr lang="it-IT" sz="4000" dirty="0"/>
              <a:t>uso del maschile come universale:</a:t>
            </a:r>
          </a:p>
          <a:p>
            <a:r>
              <a:rPr lang="it-IT" sz="4000" dirty="0"/>
              <a:t>l’uomo è razionale</a:t>
            </a:r>
          </a:p>
          <a:p>
            <a:r>
              <a:rPr lang="it-IT" sz="4000" dirty="0"/>
              <a:t>i cittadini (anche se sono donne) </a:t>
            </a:r>
          </a:p>
          <a:p>
            <a:endParaRPr lang="it-IT" dirty="0"/>
          </a:p>
        </p:txBody>
      </p:sp>
      <p:sp>
        <p:nvSpPr>
          <p:cNvPr id="4" name="Segnaposto contenuto 3">
            <a:extLst>
              <a:ext uri="{FF2B5EF4-FFF2-40B4-BE49-F238E27FC236}">
                <a16:creationId xmlns:a16="http://schemas.microsoft.com/office/drawing/2014/main" id="{BEA30826-7E01-44DD-DA22-67039CD4A2E4}"/>
              </a:ext>
            </a:extLst>
          </p:cNvPr>
          <p:cNvSpPr>
            <a:spLocks noGrp="1"/>
          </p:cNvSpPr>
          <p:nvPr>
            <p:ph sz="half" idx="2"/>
          </p:nvPr>
        </p:nvSpPr>
        <p:spPr>
          <a:xfrm>
            <a:off x="6011330" y="1998134"/>
            <a:ext cx="5523446" cy="4709554"/>
          </a:xfrm>
        </p:spPr>
        <p:txBody>
          <a:bodyPr/>
          <a:lstStyle/>
          <a:p>
            <a:r>
              <a:rPr lang="it-IT" sz="4000" dirty="0"/>
              <a:t>📌 messaggio implicito:</a:t>
            </a:r>
            <a:br>
              <a:rPr lang="it-IT" sz="4000" dirty="0"/>
            </a:br>
            <a:r>
              <a:rPr lang="it-IT" sz="4000" dirty="0"/>
              <a:t>➡️ il maschile = norma</a:t>
            </a:r>
            <a:br>
              <a:rPr lang="it-IT" sz="4000" dirty="0"/>
            </a:br>
            <a:r>
              <a:rPr lang="it-IT" sz="4000" dirty="0"/>
              <a:t>➡️ il femminile = eccezione</a:t>
            </a:r>
          </a:p>
          <a:p>
            <a:r>
              <a:rPr lang="it-IT" sz="4000" b="1" dirty="0">
                <a:solidFill>
                  <a:srgbClr val="FF0000"/>
                </a:solidFill>
              </a:rPr>
              <a:t>Il maschile NON è inclusivo di genere</a:t>
            </a:r>
          </a:p>
          <a:p>
            <a:endParaRPr lang="it-IT" dirty="0"/>
          </a:p>
        </p:txBody>
      </p:sp>
    </p:spTree>
    <p:extLst>
      <p:ext uri="{BB962C8B-B14F-4D97-AF65-F5344CB8AC3E}">
        <p14:creationId xmlns:p14="http://schemas.microsoft.com/office/powerpoint/2010/main" val="2332403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780141-8CD4-1054-3074-AE439D2DE95B}"/>
              </a:ext>
            </a:extLst>
          </p:cNvPr>
          <p:cNvSpPr>
            <a:spLocks noGrp="1"/>
          </p:cNvSpPr>
          <p:nvPr>
            <p:ph type="title"/>
          </p:nvPr>
        </p:nvSpPr>
        <p:spPr/>
        <p:txBody>
          <a:bodyPr/>
          <a:lstStyle/>
          <a:p>
            <a:r>
              <a:rPr lang="it-IT" dirty="0"/>
              <a:t>Femminismo della differenza: Francia</a:t>
            </a:r>
          </a:p>
        </p:txBody>
      </p:sp>
      <p:pic>
        <p:nvPicPr>
          <p:cNvPr id="6" name="Segnaposto contenuto 5" descr="The Rise of Medusa&#10;&#10;Il contenuto generato dall'IA potrebbe non essere corretto.">
            <a:extLst>
              <a:ext uri="{FF2B5EF4-FFF2-40B4-BE49-F238E27FC236}">
                <a16:creationId xmlns:a16="http://schemas.microsoft.com/office/drawing/2014/main" id="{F4D30B8C-FD94-7517-DDD0-D021AE34A59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57224" y="2241042"/>
            <a:ext cx="2258596" cy="3767137"/>
          </a:xfrm>
          <a:prstGeom prst="rect">
            <a:avLst/>
          </a:prstGeom>
        </p:spPr>
      </p:pic>
      <p:sp>
        <p:nvSpPr>
          <p:cNvPr id="4" name="Segnaposto contenuto 3">
            <a:extLst>
              <a:ext uri="{FF2B5EF4-FFF2-40B4-BE49-F238E27FC236}">
                <a16:creationId xmlns:a16="http://schemas.microsoft.com/office/drawing/2014/main" id="{B7D8C9E9-3F80-0E40-F315-27232C001270}"/>
              </a:ext>
            </a:extLst>
          </p:cNvPr>
          <p:cNvSpPr>
            <a:spLocks noGrp="1"/>
          </p:cNvSpPr>
          <p:nvPr>
            <p:ph sz="half" idx="2"/>
          </p:nvPr>
        </p:nvSpPr>
        <p:spPr>
          <a:xfrm>
            <a:off x="2915819" y="2241042"/>
            <a:ext cx="8514179" cy="4297544"/>
          </a:xfrm>
        </p:spPr>
        <p:txBody>
          <a:bodyPr/>
          <a:lstStyle/>
          <a:p>
            <a:r>
              <a:rPr lang="it-IT" b="1" dirty="0">
                <a:solidFill>
                  <a:srgbClr val="FF0000"/>
                </a:solidFill>
              </a:rPr>
              <a:t>Hélène </a:t>
            </a:r>
            <a:r>
              <a:rPr lang="it-IT" b="1" dirty="0" err="1">
                <a:solidFill>
                  <a:srgbClr val="FF0000"/>
                </a:solidFill>
              </a:rPr>
              <a:t>Cixous</a:t>
            </a:r>
            <a:r>
              <a:rPr lang="it-IT" b="1" dirty="0">
                <a:solidFill>
                  <a:srgbClr val="FF0000"/>
                </a:solidFill>
              </a:rPr>
              <a:t> </a:t>
            </a:r>
          </a:p>
          <a:p>
            <a:r>
              <a:rPr lang="it-IT" dirty="0"/>
              <a:t>Scrittura legata al corpo femminile</a:t>
            </a:r>
          </a:p>
          <a:p>
            <a:r>
              <a:rPr lang="it-IT" dirty="0"/>
              <a:t>Rottura del linguaggio dominante</a:t>
            </a:r>
          </a:p>
          <a:p>
            <a:r>
              <a:rPr lang="it-IT" dirty="0"/>
              <a:t>Hélène </a:t>
            </a:r>
            <a:r>
              <a:rPr lang="it-IT" dirty="0" err="1"/>
              <a:t>Cixous</a:t>
            </a:r>
            <a:r>
              <a:rPr lang="it-IT" dirty="0"/>
              <a:t>, con il concetto di </a:t>
            </a:r>
            <a:r>
              <a:rPr lang="it-IT" dirty="0" err="1"/>
              <a:t>écriture</a:t>
            </a:r>
            <a:r>
              <a:rPr lang="it-IT" dirty="0"/>
              <a:t> </a:t>
            </a:r>
            <a:r>
              <a:rPr lang="it-IT" dirty="0" err="1"/>
              <a:t>féminine</a:t>
            </a:r>
            <a:r>
              <a:rPr lang="it-IT" dirty="0"/>
              <a:t>, propone una forma di scrittura che rompe il linguaggio fallocentrico dominante, valorizzando il corpo, il desiderio e la soggettività femminile.</a:t>
            </a:r>
          </a:p>
        </p:txBody>
      </p:sp>
    </p:spTree>
    <p:extLst>
      <p:ext uri="{BB962C8B-B14F-4D97-AF65-F5344CB8AC3E}">
        <p14:creationId xmlns:p14="http://schemas.microsoft.com/office/powerpoint/2010/main" val="576590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C5AD98-AF62-4B5D-1807-0DAB2034A4C5}"/>
              </a:ext>
            </a:extLst>
          </p:cNvPr>
          <p:cNvSpPr>
            <a:spLocks noGrp="1"/>
          </p:cNvSpPr>
          <p:nvPr>
            <p:ph type="title"/>
          </p:nvPr>
        </p:nvSpPr>
        <p:spPr>
          <a:xfrm>
            <a:off x="676656" y="211434"/>
            <a:ext cx="10772775" cy="1658198"/>
          </a:xfrm>
        </p:spPr>
        <p:txBody>
          <a:bodyPr/>
          <a:lstStyle/>
          <a:p>
            <a:pPr algn="ctr"/>
            <a:r>
              <a:rPr lang="it-IT" dirty="0"/>
              <a:t>LACAN</a:t>
            </a:r>
          </a:p>
        </p:txBody>
      </p:sp>
      <p:sp>
        <p:nvSpPr>
          <p:cNvPr id="3" name="Segnaposto contenuto 2">
            <a:extLst>
              <a:ext uri="{FF2B5EF4-FFF2-40B4-BE49-F238E27FC236}">
                <a16:creationId xmlns:a16="http://schemas.microsoft.com/office/drawing/2014/main" id="{425D368D-3EFB-85B9-39EE-B9A1DEF21707}"/>
              </a:ext>
            </a:extLst>
          </p:cNvPr>
          <p:cNvSpPr>
            <a:spLocks noGrp="1"/>
          </p:cNvSpPr>
          <p:nvPr>
            <p:ph sz="half" idx="1"/>
          </p:nvPr>
        </p:nvSpPr>
        <p:spPr/>
        <p:txBody>
          <a:bodyPr>
            <a:normAutofit/>
          </a:bodyPr>
          <a:lstStyle/>
          <a:p>
            <a:r>
              <a:rPr lang="it-IT" dirty="0"/>
              <a:t>Lacan concepisce il soggetto come effetto del linguaggio e dell’inconscio, inserito nell’ordine simbolico, una struttura che organizza la realtà ma che è profondamente segnata da una logica fallocentrica.</a:t>
            </a:r>
          </a:p>
          <a:p>
            <a:endParaRPr lang="it-IT" dirty="0"/>
          </a:p>
        </p:txBody>
      </p:sp>
      <p:sp>
        <p:nvSpPr>
          <p:cNvPr id="4" name="Segnaposto contenuto 3">
            <a:extLst>
              <a:ext uri="{FF2B5EF4-FFF2-40B4-BE49-F238E27FC236}">
                <a16:creationId xmlns:a16="http://schemas.microsoft.com/office/drawing/2014/main" id="{1C9C7C1B-84C4-4318-4758-2EDB9D4EB8EF}"/>
              </a:ext>
            </a:extLst>
          </p:cNvPr>
          <p:cNvSpPr>
            <a:spLocks noGrp="1"/>
          </p:cNvSpPr>
          <p:nvPr>
            <p:ph sz="half" idx="2"/>
          </p:nvPr>
        </p:nvSpPr>
        <p:spPr>
          <a:xfrm>
            <a:off x="6011329" y="1998133"/>
            <a:ext cx="4792369" cy="4296195"/>
          </a:xfrm>
        </p:spPr>
        <p:txBody>
          <a:bodyPr>
            <a:normAutofit/>
          </a:bodyPr>
          <a:lstStyle/>
          <a:p>
            <a:r>
              <a:rPr lang="it-IT" sz="2800" dirty="0"/>
              <a:t>il sistema simbolico è costruito attorno al fallo</a:t>
            </a:r>
          </a:p>
          <a:p>
            <a:r>
              <a:rPr lang="it-IT" sz="2800" dirty="0"/>
              <a:t>quindi:</a:t>
            </a:r>
          </a:p>
          <a:p>
            <a:r>
              <a:rPr lang="it-IT" sz="2800" dirty="0"/>
              <a:t>il maschile diventa </a:t>
            </a:r>
            <a:r>
              <a:rPr lang="it-IT" sz="2800" b="1" dirty="0"/>
              <a:t>norma universale</a:t>
            </a:r>
            <a:r>
              <a:rPr lang="it-IT" sz="2800" dirty="0"/>
              <a:t> </a:t>
            </a:r>
          </a:p>
          <a:p>
            <a:r>
              <a:rPr lang="it-IT" sz="2800" dirty="0"/>
              <a:t>il femminile è: </a:t>
            </a:r>
          </a:p>
          <a:p>
            <a:pPr lvl="1"/>
            <a:r>
              <a:rPr lang="it-IT" sz="2800" dirty="0"/>
              <a:t>mancanza </a:t>
            </a:r>
          </a:p>
          <a:p>
            <a:pPr lvl="1"/>
            <a:r>
              <a:rPr lang="it-IT" sz="2800" dirty="0"/>
              <a:t>posizione “altra”</a:t>
            </a:r>
          </a:p>
          <a:p>
            <a:endParaRPr lang="it-IT" dirty="0"/>
          </a:p>
        </p:txBody>
      </p:sp>
      <p:pic>
        <p:nvPicPr>
          <p:cNvPr id="5" name="Immagine 4">
            <a:extLst>
              <a:ext uri="{FF2B5EF4-FFF2-40B4-BE49-F238E27FC236}">
                <a16:creationId xmlns:a16="http://schemas.microsoft.com/office/drawing/2014/main" id="{9671B099-BEFE-6684-7958-22FD97F03D5D}"/>
              </a:ext>
            </a:extLst>
          </p:cNvPr>
          <p:cNvPicPr>
            <a:picLocks noChangeAspect="1"/>
          </p:cNvPicPr>
          <p:nvPr/>
        </p:nvPicPr>
        <p:blipFill>
          <a:blip r:embed="rId2"/>
          <a:stretch>
            <a:fillRect/>
          </a:stretch>
        </p:blipFill>
        <p:spPr>
          <a:xfrm>
            <a:off x="4008328" y="4061268"/>
            <a:ext cx="1733692" cy="2420234"/>
          </a:xfrm>
          <a:prstGeom prst="rect">
            <a:avLst/>
          </a:prstGeom>
        </p:spPr>
      </p:pic>
    </p:spTree>
    <p:extLst>
      <p:ext uri="{BB962C8B-B14F-4D97-AF65-F5344CB8AC3E}">
        <p14:creationId xmlns:p14="http://schemas.microsoft.com/office/powerpoint/2010/main" val="1735537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5CE124E-C16A-A252-2F3E-529465240E9D}"/>
              </a:ext>
            </a:extLst>
          </p:cNvPr>
          <p:cNvSpPr>
            <a:spLocks noGrp="1"/>
          </p:cNvSpPr>
          <p:nvPr>
            <p:ph type="title"/>
          </p:nvPr>
        </p:nvSpPr>
        <p:spPr>
          <a:xfrm>
            <a:off x="4683125" y="499533"/>
            <a:ext cx="6562726" cy="1658198"/>
          </a:xfrm>
        </p:spPr>
        <p:txBody>
          <a:bodyPr vert="horz" lIns="91440" tIns="45720" rIns="91440" bIns="45720" rtlCol="0" anchor="ctr">
            <a:normAutofit/>
          </a:bodyPr>
          <a:lstStyle/>
          <a:p>
            <a:r>
              <a:rPr lang="en-US"/>
              <a:t>Irigaray Luce</a:t>
            </a:r>
          </a:p>
        </p:txBody>
      </p:sp>
      <p:pic>
        <p:nvPicPr>
          <p:cNvPr id="5" name="Segnaposto contenuto 4">
            <a:extLst>
              <a:ext uri="{FF2B5EF4-FFF2-40B4-BE49-F238E27FC236}">
                <a16:creationId xmlns:a16="http://schemas.microsoft.com/office/drawing/2014/main" id="{FAB4AE41-7F01-1315-88D6-F698C586A85D}"/>
              </a:ext>
            </a:extLst>
          </p:cNvPr>
          <p:cNvPicPr>
            <a:picLocks noGrp="1" noChangeAspect="1"/>
          </p:cNvPicPr>
          <p:nvPr>
            <p:ph sz="half" idx="2"/>
          </p:nvPr>
        </p:nvPicPr>
        <p:blipFill>
          <a:blip r:embed="rId2"/>
          <a:srcRect l="3415"/>
          <a:stretch>
            <a:fillRect/>
          </a:stretch>
        </p:blipFill>
        <p:spPr>
          <a:xfrm>
            <a:off x="20" y="10"/>
            <a:ext cx="4077443" cy="6864408"/>
          </a:xfrm>
          <a:prstGeom prst="rect">
            <a:avLst/>
          </a:prstGeom>
        </p:spPr>
      </p:pic>
      <p:sp>
        <p:nvSpPr>
          <p:cNvPr id="3" name="Segnaposto contenuto 2">
            <a:extLst>
              <a:ext uri="{FF2B5EF4-FFF2-40B4-BE49-F238E27FC236}">
                <a16:creationId xmlns:a16="http://schemas.microsoft.com/office/drawing/2014/main" id="{EE165EE4-02A3-5C0D-BCAA-1833443B4F0C}"/>
              </a:ext>
            </a:extLst>
          </p:cNvPr>
          <p:cNvSpPr>
            <a:spLocks noGrp="1"/>
          </p:cNvSpPr>
          <p:nvPr>
            <p:ph sz="half" idx="1"/>
          </p:nvPr>
        </p:nvSpPr>
        <p:spPr>
          <a:xfrm>
            <a:off x="4702557" y="2011680"/>
            <a:ext cx="6428994" cy="3766185"/>
          </a:xfrm>
        </p:spPr>
        <p:txBody>
          <a:bodyPr vert="horz" lIns="91440" tIns="45720" rIns="91440" bIns="45720" rtlCol="0">
            <a:normAutofit/>
          </a:bodyPr>
          <a:lstStyle/>
          <a:p>
            <a:r>
              <a:rPr lang="en-US"/>
              <a:t>Secondo l'autrice la psicoanalisi e la filosofia classica hanno prodotto una cultura apparentemente valida per tutti, ma in realtà portatrice di valori maschilisti.</a:t>
            </a:r>
          </a:p>
          <a:p>
            <a:r>
              <a:rPr lang="en-US"/>
              <a:t> </a:t>
            </a:r>
            <a:r>
              <a:rPr lang="en-US" b="1" i="1"/>
              <a:t>Speculum, de l'autre femme</a:t>
            </a:r>
            <a:r>
              <a:rPr lang="en-US" i="1"/>
              <a:t>,</a:t>
            </a:r>
            <a:r>
              <a:rPr lang="en-US"/>
              <a:t> dove critica con pungente ironia il pensiero di Freud e di Lacan sulla sessualità femminile.</a:t>
            </a:r>
          </a:p>
          <a:p>
            <a:r>
              <a:rPr lang="en-US"/>
              <a:t>Fondazione della teoria della differenza sessuale</a:t>
            </a:r>
          </a:p>
        </p:txBody>
      </p:sp>
    </p:spTree>
    <p:extLst>
      <p:ext uri="{BB962C8B-B14F-4D97-AF65-F5344CB8AC3E}">
        <p14:creationId xmlns:p14="http://schemas.microsoft.com/office/powerpoint/2010/main" val="1932744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0417A8-DB22-80FA-56C2-7C9ADBF79D74}"/>
              </a:ext>
            </a:extLst>
          </p:cNvPr>
          <p:cNvSpPr>
            <a:spLocks noGrp="1"/>
          </p:cNvSpPr>
          <p:nvPr>
            <p:ph type="title"/>
          </p:nvPr>
        </p:nvSpPr>
        <p:spPr/>
        <p:txBody>
          <a:bodyPr/>
          <a:lstStyle/>
          <a:p>
            <a:r>
              <a:rPr lang="it-IT" dirty="0"/>
              <a:t>Julia Kristeva </a:t>
            </a:r>
          </a:p>
        </p:txBody>
      </p:sp>
      <p:sp>
        <p:nvSpPr>
          <p:cNvPr id="3" name="Segnaposto contenuto 2">
            <a:extLst>
              <a:ext uri="{FF2B5EF4-FFF2-40B4-BE49-F238E27FC236}">
                <a16:creationId xmlns:a16="http://schemas.microsoft.com/office/drawing/2014/main" id="{0C4FC2E7-69C7-DBCD-4739-08509F33CA68}"/>
              </a:ext>
            </a:extLst>
          </p:cNvPr>
          <p:cNvSpPr>
            <a:spLocks noGrp="1"/>
          </p:cNvSpPr>
          <p:nvPr>
            <p:ph sz="half" idx="1"/>
          </p:nvPr>
        </p:nvSpPr>
        <p:spPr/>
        <p:txBody>
          <a:bodyPr/>
          <a:lstStyle/>
          <a:p>
            <a:endParaRPr lang="it-IT" dirty="0"/>
          </a:p>
          <a:p>
            <a:r>
              <a:rPr lang="it-IT" dirty="0"/>
              <a:t>elabora una teoria del soggetto come realtà dinamica e instabile, introducendo la distinzione tra simbolico e semiotico e valorizzando il ruolo del corpo e del materno nella costruzione del linguaggio e della soggettività.</a:t>
            </a:r>
          </a:p>
        </p:txBody>
      </p:sp>
      <p:sp>
        <p:nvSpPr>
          <p:cNvPr id="4" name="Segnaposto contenuto 3">
            <a:extLst>
              <a:ext uri="{FF2B5EF4-FFF2-40B4-BE49-F238E27FC236}">
                <a16:creationId xmlns:a16="http://schemas.microsoft.com/office/drawing/2014/main" id="{5E1060AC-7E1A-688A-7D6B-6058605BFE7B}"/>
              </a:ext>
            </a:extLst>
          </p:cNvPr>
          <p:cNvSpPr>
            <a:spLocks noGrp="1"/>
          </p:cNvSpPr>
          <p:nvPr>
            <p:ph sz="half" idx="2"/>
          </p:nvPr>
        </p:nvSpPr>
        <p:spPr/>
        <p:txBody>
          <a:bodyPr/>
          <a:lstStyle/>
          <a:p>
            <a:r>
              <a:rPr lang="it-IT" dirty="0"/>
              <a:t>Kristeva distingue tra ordine simbolico, che rappresenta il linguaggio strutturato e sociale, e dimensione semiotica, legata al corpo e alle pulsioni, sostenendo che il soggetto si costituisce nella tensione tra queste due componenti.</a:t>
            </a:r>
          </a:p>
        </p:txBody>
      </p:sp>
      <p:pic>
        <p:nvPicPr>
          <p:cNvPr id="5" name="Immagine 4">
            <a:extLst>
              <a:ext uri="{FF2B5EF4-FFF2-40B4-BE49-F238E27FC236}">
                <a16:creationId xmlns:a16="http://schemas.microsoft.com/office/drawing/2014/main" id="{2261991B-A692-2657-5531-A8E97A84F274}"/>
              </a:ext>
            </a:extLst>
          </p:cNvPr>
          <p:cNvPicPr>
            <a:picLocks noChangeAspect="1"/>
          </p:cNvPicPr>
          <p:nvPr/>
        </p:nvPicPr>
        <p:blipFill>
          <a:blip r:embed="rId2"/>
          <a:stretch>
            <a:fillRect/>
          </a:stretch>
        </p:blipFill>
        <p:spPr>
          <a:xfrm>
            <a:off x="5387698" y="4700270"/>
            <a:ext cx="2422280" cy="1988629"/>
          </a:xfrm>
          <a:prstGeom prst="rect">
            <a:avLst/>
          </a:prstGeom>
        </p:spPr>
      </p:pic>
    </p:spTree>
    <p:extLst>
      <p:ext uri="{BB962C8B-B14F-4D97-AF65-F5344CB8AC3E}">
        <p14:creationId xmlns:p14="http://schemas.microsoft.com/office/powerpoint/2010/main" val="3100062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8EA9-7988-4477-A1D6-D296B866E5E8}"/>
              </a:ext>
            </a:extLst>
          </p:cNvPr>
          <p:cNvSpPr>
            <a:spLocks noGrp="1"/>
          </p:cNvSpPr>
          <p:nvPr>
            <p:ph type="title"/>
          </p:nvPr>
        </p:nvSpPr>
        <p:spPr>
          <a:xfrm>
            <a:off x="7859730" y="499533"/>
            <a:ext cx="3830275" cy="1512147"/>
          </a:xfrm>
        </p:spPr>
        <p:txBody>
          <a:bodyPr anchor="b">
            <a:normAutofit/>
          </a:bodyPr>
          <a:lstStyle/>
          <a:p>
            <a:r>
              <a:rPr lang="it-IT" sz="4000"/>
              <a:t>Uno sguardo agli US</a:t>
            </a:r>
            <a:endParaRPr lang="en-US" sz="4000"/>
          </a:p>
        </p:txBody>
      </p:sp>
      <p:sp>
        <p:nvSpPr>
          <p:cNvPr id="3" name="Content Placeholder 2">
            <a:extLst>
              <a:ext uri="{FF2B5EF4-FFF2-40B4-BE49-F238E27FC236}">
                <a16:creationId xmlns:a16="http://schemas.microsoft.com/office/drawing/2014/main" id="{14219CA0-E108-4BEC-A04A-D7763BF8E167}"/>
              </a:ext>
            </a:extLst>
          </p:cNvPr>
          <p:cNvSpPr>
            <a:spLocks noGrp="1"/>
          </p:cNvSpPr>
          <p:nvPr>
            <p:ph idx="1"/>
          </p:nvPr>
        </p:nvSpPr>
        <p:spPr>
          <a:xfrm>
            <a:off x="7859729" y="2011680"/>
            <a:ext cx="3830275" cy="4008120"/>
          </a:xfrm>
        </p:spPr>
        <p:txBody>
          <a:bodyPr>
            <a:normAutofit/>
          </a:bodyPr>
          <a:lstStyle/>
          <a:p>
            <a:r>
              <a:rPr lang="it-IT" sz="3600" dirty="0"/>
              <a:t>Fine della II guerra mondiale e boom economico</a:t>
            </a:r>
          </a:p>
          <a:p>
            <a:r>
              <a:rPr lang="it-IT" sz="3600" dirty="0"/>
              <a:t>Si ritorna all’idea di una famiglia tradizionale </a:t>
            </a:r>
          </a:p>
          <a:p>
            <a:endParaRPr lang="en-US" sz="1800" dirty="0"/>
          </a:p>
        </p:txBody>
      </p:sp>
      <p:pic>
        <p:nvPicPr>
          <p:cNvPr id="4" name="Picture 3">
            <a:extLst>
              <a:ext uri="{FF2B5EF4-FFF2-40B4-BE49-F238E27FC236}">
                <a16:creationId xmlns:a16="http://schemas.microsoft.com/office/drawing/2014/main" id="{08E3C50F-A836-4E30-9C08-D054B298E7CB}"/>
              </a:ext>
            </a:extLst>
          </p:cNvPr>
          <p:cNvPicPr>
            <a:picLocks noChangeAspect="1"/>
          </p:cNvPicPr>
          <p:nvPr/>
        </p:nvPicPr>
        <p:blipFill>
          <a:blip r:embed="rId2"/>
          <a:stretch>
            <a:fillRect/>
          </a:stretch>
        </p:blipFill>
        <p:spPr>
          <a:xfrm>
            <a:off x="321734" y="1093114"/>
            <a:ext cx="3376964" cy="1781348"/>
          </a:xfrm>
          <a:prstGeom prst="rect">
            <a:avLst/>
          </a:prstGeom>
        </p:spPr>
      </p:pic>
      <p:pic>
        <p:nvPicPr>
          <p:cNvPr id="5" name="Picture 4">
            <a:extLst>
              <a:ext uri="{FF2B5EF4-FFF2-40B4-BE49-F238E27FC236}">
                <a16:creationId xmlns:a16="http://schemas.microsoft.com/office/drawing/2014/main" id="{E03CAD1F-C48A-434C-9F8E-05F041F185B4}"/>
              </a:ext>
            </a:extLst>
          </p:cNvPr>
          <p:cNvPicPr>
            <a:picLocks noChangeAspect="1"/>
          </p:cNvPicPr>
          <p:nvPr/>
        </p:nvPicPr>
        <p:blipFill>
          <a:blip r:embed="rId3"/>
          <a:stretch>
            <a:fillRect/>
          </a:stretch>
        </p:blipFill>
        <p:spPr>
          <a:xfrm>
            <a:off x="4725644" y="3310690"/>
            <a:ext cx="2014699" cy="3244007"/>
          </a:xfrm>
          <a:prstGeom prst="rect">
            <a:avLst/>
          </a:prstGeom>
        </p:spPr>
      </p:pic>
    </p:spTree>
    <p:extLst>
      <p:ext uri="{BB962C8B-B14F-4D97-AF65-F5344CB8AC3E}">
        <p14:creationId xmlns:p14="http://schemas.microsoft.com/office/powerpoint/2010/main" val="624748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9449-E4FB-4FDD-9B39-F73D9F1F8C13}"/>
              </a:ext>
            </a:extLst>
          </p:cNvPr>
          <p:cNvSpPr>
            <a:spLocks noGrp="1"/>
          </p:cNvSpPr>
          <p:nvPr>
            <p:ph type="title"/>
          </p:nvPr>
        </p:nvSpPr>
        <p:spPr>
          <a:xfrm>
            <a:off x="4683125" y="499533"/>
            <a:ext cx="6262243" cy="1283547"/>
          </a:xfrm>
        </p:spPr>
        <p:txBody>
          <a:bodyPr>
            <a:normAutofit fontScale="90000"/>
          </a:bodyPr>
          <a:lstStyle/>
          <a:p>
            <a:r>
              <a:rPr lang="it-IT" dirty="0"/>
              <a:t>Le basi per la seconda ondata di femminismo</a:t>
            </a:r>
            <a:endParaRPr lang="en-US" dirty="0"/>
          </a:p>
        </p:txBody>
      </p:sp>
      <p:sp>
        <p:nvSpPr>
          <p:cNvPr id="3" name="Content Placeholder 2">
            <a:extLst>
              <a:ext uri="{FF2B5EF4-FFF2-40B4-BE49-F238E27FC236}">
                <a16:creationId xmlns:a16="http://schemas.microsoft.com/office/drawing/2014/main" id="{10067AD0-2E96-4657-9B0A-E99F6E5552D5}"/>
              </a:ext>
            </a:extLst>
          </p:cNvPr>
          <p:cNvSpPr>
            <a:spLocks noGrp="1"/>
          </p:cNvSpPr>
          <p:nvPr>
            <p:ph idx="1"/>
          </p:nvPr>
        </p:nvSpPr>
        <p:spPr>
          <a:xfrm>
            <a:off x="4702556" y="2011680"/>
            <a:ext cx="6507987" cy="4059936"/>
          </a:xfrm>
        </p:spPr>
        <p:txBody>
          <a:bodyPr>
            <a:normAutofit/>
          </a:bodyPr>
          <a:lstStyle/>
          <a:p>
            <a:pPr algn="ctr"/>
            <a:r>
              <a:rPr lang="it-IT" sz="2800" b="1" dirty="0">
                <a:solidFill>
                  <a:srgbClr val="FF0000"/>
                </a:solidFill>
                <a:effectLst>
                  <a:outerShdw blurRad="38100" dist="38100" dir="2700000" algn="tl">
                    <a:srgbClr val="000000">
                      <a:alpha val="43137"/>
                    </a:srgbClr>
                  </a:outerShdw>
                </a:effectLst>
              </a:rPr>
              <a:t>Simone de Beaviuor</a:t>
            </a:r>
          </a:p>
          <a:p>
            <a:r>
              <a:rPr lang="it-IT" sz="2000" dirty="0">
                <a:latin typeface="+mj-lt"/>
              </a:rPr>
              <a:t>È considerata la MADRE del movimento femminista la cui nascita coincide con quella dei movimenti studenteschi del 1968</a:t>
            </a:r>
          </a:p>
          <a:p>
            <a:r>
              <a:rPr lang="it-IT" sz="2000" b="0" i="0" dirty="0">
                <a:effectLst/>
                <a:latin typeface="+mj-lt"/>
              </a:rPr>
              <a:t>All'università incontra, nel luglio 1929, colui che, senza matrimonio né convivenza, diventerà il compagno della sua vita, il filosofo </a:t>
            </a:r>
            <a:r>
              <a:rPr lang="it-IT" sz="2000" dirty="0">
                <a:latin typeface="+mj-lt"/>
              </a:rPr>
              <a:t>esistenzialista</a:t>
            </a:r>
            <a:r>
              <a:rPr lang="it-IT" sz="2000" b="0" i="0" dirty="0">
                <a:effectLst/>
                <a:latin typeface="+mj-lt"/>
              </a:rPr>
              <a:t> </a:t>
            </a:r>
            <a:r>
              <a:rPr lang="it-IT" sz="2000" dirty="0">
                <a:latin typeface="+mj-lt"/>
              </a:rPr>
              <a:t>Jean-Paul Sartre</a:t>
            </a:r>
            <a:endParaRPr lang="it-IT" sz="2000" b="0" i="0" dirty="0">
              <a:effectLst/>
              <a:latin typeface="+mj-lt"/>
            </a:endParaRPr>
          </a:p>
          <a:p>
            <a:r>
              <a:rPr lang="it-IT" sz="2000" b="0" i="0" dirty="0">
                <a:effectLst/>
                <a:latin typeface="+mj-lt"/>
              </a:rPr>
              <a:t>Inizia a insegnare nel 1930, prima a Marsiglia, poi a Rouen, infine a Parigi, dove chiuderà la propria carriera di docente nel 1943, licenziata e interdetta a vita dall'insegnamento per corruzione di minore, per una relazione </a:t>
            </a:r>
            <a:r>
              <a:rPr lang="it-IT" sz="2000" dirty="0">
                <a:latin typeface="+mj-lt"/>
              </a:rPr>
              <a:t>lesbica</a:t>
            </a:r>
            <a:r>
              <a:rPr lang="it-IT" sz="2000" b="0" i="0" dirty="0">
                <a:effectLst/>
                <a:latin typeface="+mj-lt"/>
              </a:rPr>
              <a:t> con una delle sue studentesse.</a:t>
            </a:r>
            <a:endParaRPr lang="en-US" sz="2000" dirty="0">
              <a:latin typeface="+mj-lt"/>
            </a:endParaRPr>
          </a:p>
        </p:txBody>
      </p:sp>
      <p:pic>
        <p:nvPicPr>
          <p:cNvPr id="4" name="Picture 3">
            <a:extLst>
              <a:ext uri="{FF2B5EF4-FFF2-40B4-BE49-F238E27FC236}">
                <a16:creationId xmlns:a16="http://schemas.microsoft.com/office/drawing/2014/main" id="{A323CBFC-D279-4C80-A847-8F13D5271A4C}"/>
              </a:ext>
            </a:extLst>
          </p:cNvPr>
          <p:cNvPicPr>
            <a:picLocks noChangeAspect="1"/>
          </p:cNvPicPr>
          <p:nvPr/>
        </p:nvPicPr>
        <p:blipFill rotWithShape="1">
          <a:blip r:embed="rId2"/>
          <a:srcRect r="20393" b="2"/>
          <a:stretch/>
        </p:blipFill>
        <p:spPr>
          <a:xfrm>
            <a:off x="20" y="10"/>
            <a:ext cx="4077443" cy="6864408"/>
          </a:xfrm>
          <a:prstGeom prst="rect">
            <a:avLst/>
          </a:prstGeom>
        </p:spPr>
      </p:pic>
    </p:spTree>
    <p:extLst>
      <p:ext uri="{BB962C8B-B14F-4D97-AF65-F5344CB8AC3E}">
        <p14:creationId xmlns:p14="http://schemas.microsoft.com/office/powerpoint/2010/main" val="1434568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0DA7D-0BC8-4B78-9704-22C8ABD47A9B}"/>
              </a:ext>
            </a:extLst>
          </p:cNvPr>
          <p:cNvSpPr>
            <a:spLocks noGrp="1"/>
          </p:cNvSpPr>
          <p:nvPr>
            <p:ph type="title"/>
          </p:nvPr>
        </p:nvSpPr>
        <p:spPr/>
        <p:txBody>
          <a:bodyPr>
            <a:normAutofit/>
          </a:bodyPr>
          <a:lstStyle/>
          <a:p>
            <a:r>
              <a:rPr lang="it-IT" dirty="0"/>
              <a:t>1960: FDA riconosce la pillola anticoncezionale</a:t>
            </a:r>
            <a:endParaRPr lang="en-US" dirty="0"/>
          </a:p>
        </p:txBody>
      </p:sp>
      <p:sp>
        <p:nvSpPr>
          <p:cNvPr id="8" name="Content Placeholder 7">
            <a:extLst>
              <a:ext uri="{FF2B5EF4-FFF2-40B4-BE49-F238E27FC236}">
                <a16:creationId xmlns:a16="http://schemas.microsoft.com/office/drawing/2014/main" id="{3D990CCC-FB7C-B394-9744-10C4BE3EB043}"/>
              </a:ext>
            </a:extLst>
          </p:cNvPr>
          <p:cNvSpPr>
            <a:spLocks noGrp="1"/>
          </p:cNvSpPr>
          <p:nvPr>
            <p:ph idx="1"/>
          </p:nvPr>
        </p:nvSpPr>
        <p:spPr>
          <a:xfrm>
            <a:off x="4641336" y="2011680"/>
            <a:ext cx="6789044" cy="3766185"/>
          </a:xfrm>
        </p:spPr>
        <p:txBody>
          <a:bodyPr>
            <a:normAutofit/>
          </a:bodyPr>
          <a:lstStyle/>
          <a:p>
            <a:r>
              <a:rPr lang="it-IT" sz="4400" dirty="0"/>
              <a:t>Libera le donne dalle gravidanze indesiderate</a:t>
            </a:r>
          </a:p>
          <a:p>
            <a:r>
              <a:rPr lang="it-IT" sz="4400" dirty="0"/>
              <a:t>Svincola il sesso dalla procreazione</a:t>
            </a:r>
            <a:endParaRPr lang="en-US" sz="4400" dirty="0"/>
          </a:p>
        </p:txBody>
      </p:sp>
      <p:pic>
        <p:nvPicPr>
          <p:cNvPr id="4" name="Content Placeholder 3">
            <a:extLst>
              <a:ext uri="{FF2B5EF4-FFF2-40B4-BE49-F238E27FC236}">
                <a16:creationId xmlns:a16="http://schemas.microsoft.com/office/drawing/2014/main" id="{A38129F6-1E29-4971-A4EF-93E995F51718}"/>
              </a:ext>
            </a:extLst>
          </p:cNvPr>
          <p:cNvPicPr>
            <a:picLocks noChangeAspect="1"/>
          </p:cNvPicPr>
          <p:nvPr/>
        </p:nvPicPr>
        <p:blipFill rotWithShape="1">
          <a:blip r:embed="rId2"/>
          <a:srcRect l="2875" r="23349"/>
          <a:stretch/>
        </p:blipFill>
        <p:spPr>
          <a:xfrm>
            <a:off x="799051" y="2076150"/>
            <a:ext cx="3383936" cy="3440068"/>
          </a:xfrm>
          <a:prstGeom prst="rect">
            <a:avLst/>
          </a:prstGeom>
        </p:spPr>
      </p:pic>
    </p:spTree>
    <p:extLst>
      <p:ext uri="{BB962C8B-B14F-4D97-AF65-F5344CB8AC3E}">
        <p14:creationId xmlns:p14="http://schemas.microsoft.com/office/powerpoint/2010/main" val="162048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CD9A-93D6-4B90-9EC4-E41B5C2FA645}"/>
              </a:ext>
            </a:extLst>
          </p:cNvPr>
          <p:cNvSpPr>
            <a:spLocks noGrp="1"/>
          </p:cNvSpPr>
          <p:nvPr>
            <p:ph type="title"/>
          </p:nvPr>
        </p:nvSpPr>
        <p:spPr>
          <a:xfrm>
            <a:off x="8160774" y="619431"/>
            <a:ext cx="3372464" cy="3869205"/>
          </a:xfrm>
        </p:spPr>
        <p:txBody>
          <a:bodyPr vert="horz" lIns="91440" tIns="45720" rIns="91440" bIns="45720" rtlCol="0" anchor="b">
            <a:normAutofit/>
          </a:bodyPr>
          <a:lstStyle/>
          <a:p>
            <a:pPr>
              <a:lnSpc>
                <a:spcPct val="80000"/>
              </a:lnSpc>
            </a:pPr>
            <a:r>
              <a:rPr lang="en-US" sz="6000" dirty="0">
                <a:solidFill>
                  <a:schemeClr val="tx1"/>
                </a:solidFill>
              </a:rPr>
              <a:t>IL RUOLO DI JFK.. </a:t>
            </a:r>
            <a:endParaRPr lang="en-US" sz="4000" dirty="0">
              <a:solidFill>
                <a:schemeClr val="tx1"/>
              </a:solidFill>
            </a:endParaRPr>
          </a:p>
        </p:txBody>
      </p:sp>
      <p:pic>
        <p:nvPicPr>
          <p:cNvPr id="4" name="Content Placeholder 3" descr="A group of people in a car&#10;&#10;Description automatically generated with low confidence">
            <a:extLst>
              <a:ext uri="{FF2B5EF4-FFF2-40B4-BE49-F238E27FC236}">
                <a16:creationId xmlns:a16="http://schemas.microsoft.com/office/drawing/2014/main" id="{62B784C4-E879-4F41-A974-352970EF08AE}"/>
              </a:ext>
            </a:extLst>
          </p:cNvPr>
          <p:cNvPicPr>
            <a:picLocks noGrp="1" noChangeAspect="1"/>
          </p:cNvPicPr>
          <p:nvPr>
            <p:ph idx="1"/>
          </p:nvPr>
        </p:nvPicPr>
        <p:blipFill>
          <a:blip r:embed="rId2"/>
          <a:stretch>
            <a:fillRect/>
          </a:stretch>
        </p:blipFill>
        <p:spPr>
          <a:xfrm>
            <a:off x="636915" y="742380"/>
            <a:ext cx="6915663" cy="5376927"/>
          </a:xfrm>
          <a:prstGeom prst="rect">
            <a:avLst/>
          </a:prstGeom>
        </p:spPr>
      </p:pic>
    </p:spTree>
    <p:extLst>
      <p:ext uri="{BB962C8B-B14F-4D97-AF65-F5344CB8AC3E}">
        <p14:creationId xmlns:p14="http://schemas.microsoft.com/office/powerpoint/2010/main" val="3835043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51ED0-5A7F-44B7-A2A3-4C1433768BD8}"/>
              </a:ext>
            </a:extLst>
          </p:cNvPr>
          <p:cNvSpPr>
            <a:spLocks noGrp="1"/>
          </p:cNvSpPr>
          <p:nvPr>
            <p:ph type="title"/>
          </p:nvPr>
        </p:nvSpPr>
        <p:spPr>
          <a:xfrm>
            <a:off x="706299" y="639763"/>
            <a:ext cx="3573872" cy="5492750"/>
          </a:xfrm>
        </p:spPr>
        <p:txBody>
          <a:bodyPr>
            <a:normAutofit/>
          </a:bodyPr>
          <a:lstStyle/>
          <a:p>
            <a:r>
              <a:rPr lang="it-IT">
                <a:solidFill>
                  <a:schemeClr val="bg1"/>
                </a:solidFill>
              </a:rPr>
              <a:t>JFK</a:t>
            </a:r>
            <a:endParaRPr lang="en-US">
              <a:solidFill>
                <a:schemeClr val="bg1"/>
              </a:solidFill>
            </a:endParaRPr>
          </a:p>
        </p:txBody>
      </p:sp>
      <p:graphicFrame>
        <p:nvGraphicFramePr>
          <p:cNvPr id="5" name="Content Placeholder 2">
            <a:extLst>
              <a:ext uri="{FF2B5EF4-FFF2-40B4-BE49-F238E27FC236}">
                <a16:creationId xmlns:a16="http://schemas.microsoft.com/office/drawing/2014/main" id="{FA700B9E-23CF-BC72-2E07-340E7CABAF9E}"/>
              </a:ext>
            </a:extLst>
          </p:cNvPr>
          <p:cNvGraphicFramePr>
            <a:graphicFrameLocks noGrp="1"/>
          </p:cNvGraphicFramePr>
          <p:nvPr>
            <p:ph idx="1"/>
            <p:extLst>
              <p:ext uri="{D42A27DB-BD31-4B8C-83A1-F6EECF244321}">
                <p14:modId xmlns:p14="http://schemas.microsoft.com/office/powerpoint/2010/main" val="3927987961"/>
              </p:ext>
            </p:extLst>
          </p:nvPr>
        </p:nvGraphicFramePr>
        <p:xfrm>
          <a:off x="5194570" y="639763"/>
          <a:ext cx="6348501"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3310753"/>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30A7-FAC8-43FB-AD1C-A061E8FA6F47}"/>
              </a:ext>
            </a:extLst>
          </p:cNvPr>
          <p:cNvSpPr>
            <a:spLocks noGrp="1"/>
          </p:cNvSpPr>
          <p:nvPr>
            <p:ph type="title"/>
          </p:nvPr>
        </p:nvSpPr>
        <p:spPr>
          <a:xfrm>
            <a:off x="8173212" y="499533"/>
            <a:ext cx="3401568" cy="1920240"/>
          </a:xfrm>
        </p:spPr>
        <p:txBody>
          <a:bodyPr anchor="b">
            <a:normAutofit fontScale="90000"/>
          </a:bodyPr>
          <a:lstStyle/>
          <a:p>
            <a:r>
              <a:rPr lang="it-IT" sz="4000">
                <a:solidFill>
                  <a:srgbClr val="FFFFFF"/>
                </a:solidFill>
              </a:rPr>
              <a:t>Dopo Kennedy il movimento cresce</a:t>
            </a:r>
            <a:endParaRPr lang="en-US" sz="4000">
              <a:solidFill>
                <a:srgbClr val="FFFFFF"/>
              </a:solidFill>
            </a:endParaRPr>
          </a:p>
        </p:txBody>
      </p:sp>
      <p:sp>
        <p:nvSpPr>
          <p:cNvPr id="3" name="Content Placeholder 2">
            <a:extLst>
              <a:ext uri="{FF2B5EF4-FFF2-40B4-BE49-F238E27FC236}">
                <a16:creationId xmlns:a16="http://schemas.microsoft.com/office/drawing/2014/main" id="{21AD4BBA-9612-41A8-9FC0-307307BEEA75}"/>
              </a:ext>
            </a:extLst>
          </p:cNvPr>
          <p:cNvSpPr>
            <a:spLocks noGrp="1"/>
          </p:cNvSpPr>
          <p:nvPr>
            <p:ph idx="1"/>
          </p:nvPr>
        </p:nvSpPr>
        <p:spPr>
          <a:xfrm>
            <a:off x="8173212" y="2419773"/>
            <a:ext cx="3401568" cy="3358092"/>
          </a:xfrm>
        </p:spPr>
        <p:txBody>
          <a:bodyPr>
            <a:normAutofit fontScale="92500" lnSpcReduction="10000"/>
          </a:bodyPr>
          <a:lstStyle/>
          <a:p>
            <a:pPr>
              <a:buFont typeface="Wingdings" panose="05000000000000000000" pitchFamily="2" charset="2"/>
              <a:buChar char="Ø"/>
            </a:pPr>
            <a:r>
              <a:rPr lang="it-IT" sz="2800" dirty="0" err="1">
                <a:solidFill>
                  <a:srgbClr val="FFFFFF"/>
                </a:solidFill>
              </a:rPr>
              <a:t>Equal</a:t>
            </a:r>
            <a:r>
              <a:rPr lang="it-IT" sz="2800" dirty="0">
                <a:solidFill>
                  <a:srgbClr val="FFFFFF"/>
                </a:solidFill>
              </a:rPr>
              <a:t> pay act 1963;</a:t>
            </a:r>
          </a:p>
          <a:p>
            <a:pPr>
              <a:buFont typeface="Wingdings" panose="05000000000000000000" pitchFamily="2" charset="2"/>
              <a:buChar char="Ø"/>
            </a:pPr>
            <a:r>
              <a:rPr lang="it-IT" sz="2800" dirty="0" err="1">
                <a:solidFill>
                  <a:srgbClr val="FFFFFF"/>
                </a:solidFill>
              </a:rPr>
              <a:t>Civil</a:t>
            </a:r>
            <a:r>
              <a:rPr lang="it-IT" sz="2800" dirty="0">
                <a:solidFill>
                  <a:srgbClr val="FFFFFF"/>
                </a:solidFill>
              </a:rPr>
              <a:t> </a:t>
            </a:r>
            <a:r>
              <a:rPr lang="it-IT" sz="2800" dirty="0" err="1">
                <a:solidFill>
                  <a:srgbClr val="FFFFFF"/>
                </a:solidFill>
              </a:rPr>
              <a:t>right</a:t>
            </a:r>
            <a:r>
              <a:rPr lang="it-IT" sz="2800" dirty="0">
                <a:solidFill>
                  <a:srgbClr val="FFFFFF"/>
                </a:solidFill>
              </a:rPr>
              <a:t> act 1964;</a:t>
            </a:r>
          </a:p>
          <a:p>
            <a:pPr>
              <a:buFont typeface="Wingdings" panose="05000000000000000000" pitchFamily="2" charset="2"/>
              <a:buChar char="Ø"/>
            </a:pPr>
            <a:r>
              <a:rPr lang="it-IT" sz="2800" b="1" dirty="0">
                <a:solidFill>
                  <a:srgbClr val="FFFFFF"/>
                </a:solidFill>
                <a:effectLst>
                  <a:outerShdw blurRad="38100" dist="38100" dir="2700000" algn="tl">
                    <a:srgbClr val="000000">
                      <a:alpha val="43137"/>
                    </a:srgbClr>
                  </a:outerShdw>
                </a:effectLst>
              </a:rPr>
              <a:t>Sentenza della Corte Suprema US </a:t>
            </a:r>
            <a:r>
              <a:rPr lang="it-IT" sz="2800" b="1" dirty="0" err="1">
                <a:solidFill>
                  <a:srgbClr val="FFFFFF"/>
                </a:solidFill>
                <a:effectLst>
                  <a:outerShdw blurRad="38100" dist="38100" dir="2700000" algn="tl">
                    <a:srgbClr val="000000">
                      <a:alpha val="43137"/>
                    </a:srgbClr>
                  </a:outerShdw>
                </a:effectLst>
              </a:rPr>
              <a:t>Griswold</a:t>
            </a:r>
            <a:r>
              <a:rPr lang="it-IT" sz="2800" b="1" dirty="0">
                <a:solidFill>
                  <a:srgbClr val="FFFFFF"/>
                </a:solidFill>
                <a:effectLst>
                  <a:outerShdw blurRad="38100" dist="38100" dir="2700000" algn="tl">
                    <a:srgbClr val="000000">
                      <a:alpha val="43137"/>
                    </a:srgbClr>
                  </a:outerShdw>
                </a:effectLst>
              </a:rPr>
              <a:t> vs Connecticut (1965) dove il Connecticut vietava il controllo delle nascite</a:t>
            </a:r>
            <a:endParaRPr lang="en-US" sz="2800" b="1" dirty="0">
              <a:solidFill>
                <a:srgbClr val="FFFFFF"/>
              </a:solidFill>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FB83A505-CE35-4A93-AF17-7D32F21C4C31}"/>
              </a:ext>
            </a:extLst>
          </p:cNvPr>
          <p:cNvPicPr>
            <a:picLocks noChangeAspect="1"/>
          </p:cNvPicPr>
          <p:nvPr/>
        </p:nvPicPr>
        <p:blipFill rotWithShape="1">
          <a:blip r:embed="rId2"/>
          <a:srcRect l="25756" r="2273"/>
          <a:stretch/>
        </p:blipFill>
        <p:spPr>
          <a:xfrm>
            <a:off x="633999" y="640080"/>
            <a:ext cx="6278529" cy="5588101"/>
          </a:xfrm>
          <a:prstGeom prst="rect">
            <a:avLst/>
          </a:prstGeom>
        </p:spPr>
      </p:pic>
    </p:spTree>
    <p:extLst>
      <p:ext uri="{BB962C8B-B14F-4D97-AF65-F5344CB8AC3E}">
        <p14:creationId xmlns:p14="http://schemas.microsoft.com/office/powerpoint/2010/main" val="3488431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F02F-F404-4122-A9B2-866D90D2B52F}"/>
              </a:ext>
            </a:extLst>
          </p:cNvPr>
          <p:cNvSpPr>
            <a:spLocks noGrp="1"/>
          </p:cNvSpPr>
          <p:nvPr>
            <p:ph type="title"/>
          </p:nvPr>
        </p:nvSpPr>
        <p:spPr/>
        <p:txBody>
          <a:bodyPr>
            <a:normAutofit/>
          </a:bodyPr>
          <a:lstStyle/>
          <a:p>
            <a:r>
              <a:rPr lang="it-IT" dirty="0"/>
              <a:t>1966</a:t>
            </a:r>
            <a:endParaRPr lang="en-US" dirty="0"/>
          </a:p>
        </p:txBody>
      </p:sp>
      <p:sp>
        <p:nvSpPr>
          <p:cNvPr id="3" name="Content Placeholder 2">
            <a:extLst>
              <a:ext uri="{FF2B5EF4-FFF2-40B4-BE49-F238E27FC236}">
                <a16:creationId xmlns:a16="http://schemas.microsoft.com/office/drawing/2014/main" id="{9C71B921-DF37-4F92-A0B8-32620A6A29C7}"/>
              </a:ext>
            </a:extLst>
          </p:cNvPr>
          <p:cNvSpPr>
            <a:spLocks noGrp="1"/>
          </p:cNvSpPr>
          <p:nvPr>
            <p:ph idx="1"/>
          </p:nvPr>
        </p:nvSpPr>
        <p:spPr>
          <a:xfrm>
            <a:off x="4641336" y="2011680"/>
            <a:ext cx="6789044" cy="3766185"/>
          </a:xfrm>
        </p:spPr>
        <p:txBody>
          <a:bodyPr>
            <a:normAutofit/>
          </a:bodyPr>
          <a:lstStyle/>
          <a:p>
            <a:r>
              <a:rPr lang="it-IT" sz="3200" i="0" dirty="0">
                <a:effectLst/>
                <a:latin typeface="Arial" panose="020B0604020202020204" pitchFamily="34" charset="0"/>
              </a:rPr>
              <a:t>La National Organization for Women (NOW) è la più grande organizzazione </a:t>
            </a:r>
            <a:r>
              <a:rPr lang="it-IT" sz="3200" dirty="0">
                <a:latin typeface="Arial" panose="020B0604020202020204" pitchFamily="34" charset="0"/>
              </a:rPr>
              <a:t>femminista</a:t>
            </a:r>
            <a:r>
              <a:rPr lang="it-IT" sz="3200" i="0" dirty="0">
                <a:effectLst/>
                <a:latin typeface="Arial" panose="020B0604020202020204" pitchFamily="34" charset="0"/>
              </a:rPr>
              <a:t> negli </a:t>
            </a:r>
            <a:r>
              <a:rPr lang="it-IT" sz="3200" dirty="0">
                <a:latin typeface="Arial" panose="020B0604020202020204" pitchFamily="34" charset="0"/>
              </a:rPr>
              <a:t>Stati Uniti</a:t>
            </a:r>
            <a:r>
              <a:rPr lang="it-IT" sz="3200" i="0" dirty="0">
                <a:effectLst/>
                <a:latin typeface="Arial" panose="020B0604020202020204" pitchFamily="34" charset="0"/>
              </a:rPr>
              <a:t>.</a:t>
            </a:r>
          </a:p>
          <a:p>
            <a:r>
              <a:rPr lang="it-IT" sz="3200" i="0" dirty="0">
                <a:effectLst/>
                <a:latin typeface="Arial" panose="020B0604020202020204" pitchFamily="34" charset="0"/>
              </a:rPr>
              <a:t>È stata fondata da Betty Friedan</a:t>
            </a:r>
          </a:p>
        </p:txBody>
      </p:sp>
      <p:pic>
        <p:nvPicPr>
          <p:cNvPr id="4" name="Picture 3">
            <a:extLst>
              <a:ext uri="{FF2B5EF4-FFF2-40B4-BE49-F238E27FC236}">
                <a16:creationId xmlns:a16="http://schemas.microsoft.com/office/drawing/2014/main" id="{D2EB2654-B356-492E-89C6-CFF21FD5E9E2}"/>
              </a:ext>
            </a:extLst>
          </p:cNvPr>
          <p:cNvPicPr>
            <a:picLocks noChangeAspect="1"/>
          </p:cNvPicPr>
          <p:nvPr/>
        </p:nvPicPr>
        <p:blipFill>
          <a:blip r:embed="rId2"/>
          <a:stretch>
            <a:fillRect/>
          </a:stretch>
        </p:blipFill>
        <p:spPr>
          <a:xfrm>
            <a:off x="799051" y="2104216"/>
            <a:ext cx="3383936" cy="3383936"/>
          </a:xfrm>
          <a:prstGeom prst="rect">
            <a:avLst/>
          </a:prstGeom>
        </p:spPr>
      </p:pic>
    </p:spTree>
    <p:extLst>
      <p:ext uri="{BB962C8B-B14F-4D97-AF65-F5344CB8AC3E}">
        <p14:creationId xmlns:p14="http://schemas.microsoft.com/office/powerpoint/2010/main" val="3735146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778F3-2427-4126-ADD6-8BD1CCA16994}"/>
              </a:ext>
            </a:extLst>
          </p:cNvPr>
          <p:cNvSpPr>
            <a:spLocks noGrp="1"/>
          </p:cNvSpPr>
          <p:nvPr>
            <p:ph type="title"/>
          </p:nvPr>
        </p:nvSpPr>
        <p:spPr>
          <a:xfrm>
            <a:off x="706299" y="639763"/>
            <a:ext cx="3573872" cy="5492750"/>
          </a:xfrm>
        </p:spPr>
        <p:txBody>
          <a:bodyPr>
            <a:normAutofit/>
          </a:bodyPr>
          <a:lstStyle/>
          <a:p>
            <a:r>
              <a:rPr lang="it-IT">
                <a:solidFill>
                  <a:schemeClr val="bg1"/>
                </a:solidFill>
              </a:rPr>
              <a:t>A quel punto la storia si articola</a:t>
            </a:r>
            <a:endParaRPr lang="en-US">
              <a:solidFill>
                <a:schemeClr val="bg1"/>
              </a:solidFill>
            </a:endParaRPr>
          </a:p>
        </p:txBody>
      </p:sp>
      <p:graphicFrame>
        <p:nvGraphicFramePr>
          <p:cNvPr id="5" name="Content Placeholder 2">
            <a:extLst>
              <a:ext uri="{FF2B5EF4-FFF2-40B4-BE49-F238E27FC236}">
                <a16:creationId xmlns:a16="http://schemas.microsoft.com/office/drawing/2014/main" id="{25183C81-E98A-C96E-8009-4FB3DF9824DA}"/>
              </a:ext>
            </a:extLst>
          </p:cNvPr>
          <p:cNvGraphicFramePr>
            <a:graphicFrameLocks noGrp="1"/>
          </p:cNvGraphicFramePr>
          <p:nvPr>
            <p:ph idx="1"/>
            <p:extLst>
              <p:ext uri="{D42A27DB-BD31-4B8C-83A1-F6EECF244321}">
                <p14:modId xmlns:p14="http://schemas.microsoft.com/office/powerpoint/2010/main" val="1586549146"/>
              </p:ext>
            </p:extLst>
          </p:nvPr>
        </p:nvGraphicFramePr>
        <p:xfrm>
          <a:off x="5194570" y="639763"/>
          <a:ext cx="6348501"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3314411"/>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7710-5522-4AA8-A385-4DD869DE0C8E}"/>
              </a:ext>
            </a:extLst>
          </p:cNvPr>
          <p:cNvSpPr>
            <a:spLocks noGrp="1"/>
          </p:cNvSpPr>
          <p:nvPr>
            <p:ph type="title"/>
          </p:nvPr>
        </p:nvSpPr>
        <p:spPr>
          <a:xfrm>
            <a:off x="657225" y="996624"/>
            <a:ext cx="3060931" cy="4879788"/>
          </a:xfrm>
        </p:spPr>
        <p:txBody>
          <a:bodyPr>
            <a:normAutofit/>
          </a:bodyPr>
          <a:lstStyle/>
          <a:p>
            <a:r>
              <a:rPr lang="it-IT" sz="3400">
                <a:solidFill>
                  <a:srgbClr val="FFFFFF"/>
                </a:solidFill>
              </a:rPr>
              <a:t>TRADIZIONALISTI</a:t>
            </a:r>
            <a:endParaRPr lang="en-US" sz="3400">
              <a:solidFill>
                <a:srgbClr val="FFFFFF"/>
              </a:solidFill>
            </a:endParaRPr>
          </a:p>
        </p:txBody>
      </p:sp>
      <p:sp>
        <p:nvSpPr>
          <p:cNvPr id="3" name="Content Placeholder 2">
            <a:extLst>
              <a:ext uri="{FF2B5EF4-FFF2-40B4-BE49-F238E27FC236}">
                <a16:creationId xmlns:a16="http://schemas.microsoft.com/office/drawing/2014/main" id="{8AD5E6A9-8F45-4A62-A730-E0C7BBCD8B7A}"/>
              </a:ext>
            </a:extLst>
          </p:cNvPr>
          <p:cNvSpPr>
            <a:spLocks noGrp="1"/>
          </p:cNvSpPr>
          <p:nvPr>
            <p:ph idx="1"/>
          </p:nvPr>
        </p:nvSpPr>
        <p:spPr>
          <a:xfrm>
            <a:off x="4702547" y="996625"/>
            <a:ext cx="6727834" cy="4864751"/>
          </a:xfrm>
        </p:spPr>
        <p:txBody>
          <a:bodyPr anchor="ctr">
            <a:normAutofit/>
          </a:bodyPr>
          <a:lstStyle/>
          <a:p>
            <a:r>
              <a:rPr lang="it-IT" sz="3200" dirty="0">
                <a:solidFill>
                  <a:schemeClr val="tx1"/>
                </a:solidFill>
                <a:latin typeface="+mj-lt"/>
              </a:rPr>
              <a:t>Durante il regime franchista 1939-1975) (</a:t>
            </a:r>
            <a:r>
              <a:rPr lang="it-IT" sz="3200" b="0" i="0" dirty="0">
                <a:solidFill>
                  <a:schemeClr val="tx1"/>
                </a:solidFill>
                <a:effectLst/>
                <a:latin typeface="+mj-lt"/>
              </a:rPr>
              <a:t>il paese è stato una dittatura militare di tipo tradizionalista, autoritario, conservatore e clericale, ispirata al fascismo) </a:t>
            </a:r>
            <a:r>
              <a:rPr lang="it-IT" sz="3200" dirty="0">
                <a:solidFill>
                  <a:schemeClr val="tx1"/>
                </a:solidFill>
                <a:latin typeface="+mj-lt"/>
              </a:rPr>
              <a:t>in Spagna, veniva distribuito un fascicolo, solo alle donne, intitolato 11 regole per essere una buona moglie </a:t>
            </a:r>
          </a:p>
        </p:txBody>
      </p:sp>
    </p:spTree>
    <p:extLst>
      <p:ext uri="{BB962C8B-B14F-4D97-AF65-F5344CB8AC3E}">
        <p14:creationId xmlns:p14="http://schemas.microsoft.com/office/powerpoint/2010/main" val="1189083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BCAF9-0320-4E97-951F-BB320B33E8F0}"/>
              </a:ext>
            </a:extLst>
          </p:cNvPr>
          <p:cNvSpPr>
            <a:spLocks noGrp="1"/>
          </p:cNvSpPr>
          <p:nvPr>
            <p:ph type="title"/>
          </p:nvPr>
        </p:nvSpPr>
        <p:spPr>
          <a:xfrm>
            <a:off x="706299" y="639763"/>
            <a:ext cx="3947998" cy="5492750"/>
          </a:xfrm>
        </p:spPr>
        <p:txBody>
          <a:bodyPr>
            <a:normAutofit/>
          </a:bodyPr>
          <a:lstStyle/>
          <a:p>
            <a:r>
              <a:rPr lang="it-IT" sz="6000">
                <a:solidFill>
                  <a:srgbClr val="FFFFFF"/>
                </a:solidFill>
              </a:rPr>
              <a:t>Le regole</a:t>
            </a:r>
            <a:endParaRPr lang="en-US" sz="6000">
              <a:solidFill>
                <a:srgbClr val="FFFFFF"/>
              </a:solidFill>
            </a:endParaRPr>
          </a:p>
        </p:txBody>
      </p:sp>
      <p:sp>
        <p:nvSpPr>
          <p:cNvPr id="3" name="Content Placeholder 2">
            <a:extLst>
              <a:ext uri="{FF2B5EF4-FFF2-40B4-BE49-F238E27FC236}">
                <a16:creationId xmlns:a16="http://schemas.microsoft.com/office/drawing/2014/main" id="{3C4D4B3B-5B72-4A33-B409-56FC45D5C7D8}"/>
              </a:ext>
            </a:extLst>
          </p:cNvPr>
          <p:cNvSpPr>
            <a:spLocks noGrp="1"/>
          </p:cNvSpPr>
          <p:nvPr>
            <p:ph idx="1"/>
          </p:nvPr>
        </p:nvSpPr>
        <p:spPr>
          <a:xfrm>
            <a:off x="5288349" y="639764"/>
            <a:ext cx="6142032" cy="5492749"/>
          </a:xfrm>
        </p:spPr>
        <p:txBody>
          <a:bodyPr anchor="ctr">
            <a:normAutofit/>
          </a:bodyPr>
          <a:lstStyle/>
          <a:p>
            <a:r>
              <a:rPr lang="it-IT" dirty="0"/>
              <a:t>1. abbi la cena pronta;</a:t>
            </a:r>
          </a:p>
          <a:p>
            <a:r>
              <a:rPr lang="it-IT" dirty="0"/>
              <a:t>2. sii bella;</a:t>
            </a:r>
          </a:p>
          <a:p>
            <a:r>
              <a:rPr lang="it-IT" dirty="0"/>
              <a:t>3. sii dolce ed interessante;</a:t>
            </a:r>
          </a:p>
          <a:p>
            <a:r>
              <a:rPr lang="it-IT" dirty="0"/>
              <a:t>4. tieni la casa in ordine;</a:t>
            </a:r>
          </a:p>
          <a:p>
            <a:r>
              <a:rPr lang="it-IT" dirty="0"/>
              <a:t>5. fallo sentire in paradiso; </a:t>
            </a:r>
            <a:r>
              <a:rPr lang="it-IT" b="0" i="1">
                <a:effectLst/>
                <a:latin typeface="PT Serif" panose="020A0603040505020204" pitchFamily="18" charset="0"/>
              </a:rPr>
              <a:t>accendi il camino prima del suo arrivo. Tuo marito sentirà di essere arrivato in un paradiso di riposo ed ordine, questo tirerà su il morale anche a te. In fin dei conti occuparti della sua comodità sarà per te un’enorme soddisfazione personale.</a:t>
            </a:r>
            <a:endParaRPr lang="en-US"/>
          </a:p>
        </p:txBody>
      </p:sp>
    </p:spTree>
    <p:extLst>
      <p:ext uri="{BB962C8B-B14F-4D97-AF65-F5344CB8AC3E}">
        <p14:creationId xmlns:p14="http://schemas.microsoft.com/office/powerpoint/2010/main" val="3092834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BAADB-5951-4273-B3AF-4946AA0F4FB4}"/>
              </a:ext>
            </a:extLst>
          </p:cNvPr>
          <p:cNvSpPr>
            <a:spLocks noGrp="1"/>
          </p:cNvSpPr>
          <p:nvPr>
            <p:ph type="title"/>
          </p:nvPr>
        </p:nvSpPr>
        <p:spPr>
          <a:xfrm>
            <a:off x="706299" y="639763"/>
            <a:ext cx="3947998" cy="5492750"/>
          </a:xfrm>
        </p:spPr>
        <p:txBody>
          <a:bodyPr>
            <a:normAutofit/>
          </a:bodyPr>
          <a:lstStyle/>
          <a:p>
            <a:r>
              <a:rPr lang="it-IT" sz="6000">
                <a:solidFill>
                  <a:srgbClr val="FFFFFF"/>
                </a:solidFill>
              </a:rPr>
              <a:t>Le regole parte 2</a:t>
            </a:r>
            <a:endParaRPr lang="en-US" sz="6000">
              <a:solidFill>
                <a:srgbClr val="FFFFFF"/>
              </a:solidFill>
            </a:endParaRPr>
          </a:p>
        </p:txBody>
      </p:sp>
      <p:sp>
        <p:nvSpPr>
          <p:cNvPr id="3" name="Content Placeholder 2">
            <a:extLst>
              <a:ext uri="{FF2B5EF4-FFF2-40B4-BE49-F238E27FC236}">
                <a16:creationId xmlns:a16="http://schemas.microsoft.com/office/drawing/2014/main" id="{E93265AF-B6D7-4ADC-8B5A-8120B0AC01CE}"/>
              </a:ext>
            </a:extLst>
          </p:cNvPr>
          <p:cNvSpPr>
            <a:spLocks noGrp="1"/>
          </p:cNvSpPr>
          <p:nvPr>
            <p:ph idx="1"/>
          </p:nvPr>
        </p:nvSpPr>
        <p:spPr>
          <a:xfrm>
            <a:off x="5288349" y="639764"/>
            <a:ext cx="6142032" cy="5492749"/>
          </a:xfrm>
        </p:spPr>
        <p:txBody>
          <a:bodyPr anchor="ctr">
            <a:normAutofit/>
          </a:bodyPr>
          <a:lstStyle/>
          <a:p>
            <a:r>
              <a:rPr lang="it-IT" dirty="0"/>
              <a:t>6. Prepara i bambini;</a:t>
            </a:r>
          </a:p>
          <a:p>
            <a:r>
              <a:rPr lang="it-IT" dirty="0"/>
              <a:t>7. Diminuisci al massimo il rumore;</a:t>
            </a:r>
          </a:p>
          <a:p>
            <a:r>
              <a:rPr lang="it-IT" dirty="0"/>
              <a:t>8. Cerca di farti vedere felice;</a:t>
            </a:r>
          </a:p>
          <a:p>
            <a:r>
              <a:rPr lang="it-IT" dirty="0"/>
              <a:t>9. Ascoltalo;</a:t>
            </a:r>
          </a:p>
          <a:p>
            <a:r>
              <a:rPr lang="it-IT" dirty="0"/>
              <a:t>10. Mettiti nei suoi panni;</a:t>
            </a:r>
          </a:p>
          <a:p>
            <a:r>
              <a:rPr lang="it-IT" dirty="0"/>
              <a:t>11. Non ti lamentare</a:t>
            </a:r>
            <a:endParaRPr lang="en-US" dirty="0"/>
          </a:p>
        </p:txBody>
      </p:sp>
    </p:spTree>
    <p:extLst>
      <p:ext uri="{BB962C8B-B14F-4D97-AF65-F5344CB8AC3E}">
        <p14:creationId xmlns:p14="http://schemas.microsoft.com/office/powerpoint/2010/main" val="4233017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34DF5-19D0-4876-93A7-E87C43E412E2}"/>
              </a:ext>
            </a:extLst>
          </p:cNvPr>
          <p:cNvSpPr>
            <a:spLocks noGrp="1"/>
          </p:cNvSpPr>
          <p:nvPr>
            <p:ph type="title"/>
          </p:nvPr>
        </p:nvSpPr>
        <p:spPr>
          <a:xfrm>
            <a:off x="706299" y="639763"/>
            <a:ext cx="3947998" cy="5492750"/>
          </a:xfrm>
        </p:spPr>
        <p:txBody>
          <a:bodyPr>
            <a:normAutofit/>
          </a:bodyPr>
          <a:lstStyle/>
          <a:p>
            <a:r>
              <a:rPr lang="it-IT" sz="5600">
                <a:solidFill>
                  <a:srgbClr val="FFFFFF"/>
                </a:solidFill>
              </a:rPr>
              <a:t>Femminismo liberale</a:t>
            </a:r>
            <a:endParaRPr lang="en-US" sz="5600">
              <a:solidFill>
                <a:srgbClr val="FFFFFF"/>
              </a:solidFill>
            </a:endParaRPr>
          </a:p>
        </p:txBody>
      </p:sp>
      <p:sp>
        <p:nvSpPr>
          <p:cNvPr id="3" name="Content Placeholder 2">
            <a:extLst>
              <a:ext uri="{FF2B5EF4-FFF2-40B4-BE49-F238E27FC236}">
                <a16:creationId xmlns:a16="http://schemas.microsoft.com/office/drawing/2014/main" id="{5E28E9D5-A539-41EB-82B9-D82CDCEC6EC6}"/>
              </a:ext>
            </a:extLst>
          </p:cNvPr>
          <p:cNvSpPr>
            <a:spLocks noGrp="1"/>
          </p:cNvSpPr>
          <p:nvPr>
            <p:ph idx="1"/>
          </p:nvPr>
        </p:nvSpPr>
        <p:spPr>
          <a:xfrm>
            <a:off x="5288349" y="639764"/>
            <a:ext cx="6142032" cy="5492749"/>
          </a:xfrm>
        </p:spPr>
        <p:txBody>
          <a:bodyPr anchor="ctr">
            <a:normAutofit/>
          </a:bodyPr>
          <a:lstStyle/>
          <a:p>
            <a:r>
              <a:rPr lang="it-IT" b="0" i="0">
                <a:effectLst/>
                <a:latin typeface="Arial" panose="020B0604020202020204" pitchFamily="34" charset="0"/>
              </a:rPr>
              <a:t>Il </a:t>
            </a:r>
            <a:r>
              <a:rPr lang="it-IT" b="1" i="0">
                <a:effectLst/>
                <a:latin typeface="Arial" panose="020B0604020202020204" pitchFamily="34" charset="0"/>
              </a:rPr>
              <a:t>femminismo liberale</a:t>
            </a:r>
            <a:r>
              <a:rPr lang="it-IT" b="0" i="0">
                <a:effectLst/>
                <a:latin typeface="Arial" panose="020B0604020202020204" pitchFamily="34" charset="0"/>
              </a:rPr>
              <a:t>, chiamato anche </a:t>
            </a:r>
            <a:r>
              <a:rPr lang="it-IT" b="1" i="0">
                <a:effectLst/>
                <a:latin typeface="Arial" panose="020B0604020202020204" pitchFamily="34" charset="0"/>
              </a:rPr>
              <a:t>femminismo tradizionale</a:t>
            </a:r>
            <a:r>
              <a:rPr lang="it-IT" b="0" i="0">
                <a:effectLst/>
                <a:latin typeface="Arial" panose="020B0604020202020204" pitchFamily="34" charset="0"/>
              </a:rPr>
              <a:t>, è un ramo principale del femminismo definito dalla sua attenzione al raggiungimento dell'uguaglianza di genere attraverso la riforma politica e legale nel quadro della </a:t>
            </a:r>
            <a:r>
              <a:rPr lang="it-IT">
                <a:latin typeface="Arial" panose="020B0604020202020204" pitchFamily="34" charset="0"/>
              </a:rPr>
              <a:t>democrazia liberale.</a:t>
            </a:r>
          </a:p>
          <a:p>
            <a:r>
              <a:rPr lang="it-IT" b="0" i="0">
                <a:effectLst/>
                <a:latin typeface="Arial" panose="020B0604020202020204" pitchFamily="34" charset="0"/>
              </a:rPr>
              <a:t>La teoria femminista liberale "ritiene che la disuguaglianza di genere sia prodotta da un accesso ridotto per le donne e le ragazze ai diritti civili e dall'allocazione di risorse sociali come l'istruzione e l'occupazione".</a:t>
            </a:r>
            <a:endParaRPr lang="it-IT">
              <a:latin typeface="Arial" panose="020B0604020202020204" pitchFamily="34" charset="0"/>
            </a:endParaRPr>
          </a:p>
        </p:txBody>
      </p:sp>
    </p:spTree>
    <p:extLst>
      <p:ext uri="{BB962C8B-B14F-4D97-AF65-F5344CB8AC3E}">
        <p14:creationId xmlns:p14="http://schemas.microsoft.com/office/powerpoint/2010/main" val="3073698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9" descr="Due persone che si tengono le mani">
            <a:extLst>
              <a:ext uri="{FF2B5EF4-FFF2-40B4-BE49-F238E27FC236}">
                <a16:creationId xmlns:a16="http://schemas.microsoft.com/office/drawing/2014/main" id="{AB201A9F-E878-C5C0-7906-8DF3F9523B3D}"/>
              </a:ext>
            </a:extLst>
          </p:cNvPr>
          <p:cNvPicPr>
            <a:picLocks noChangeAspect="1"/>
          </p:cNvPicPr>
          <p:nvPr/>
        </p:nvPicPr>
        <p:blipFill rotWithShape="1">
          <a:blip r:embed="rId2">
            <a:alphaModFix amt="25000"/>
          </a:blip>
          <a:srcRect t="7664" b="8067"/>
          <a:stretch/>
        </p:blipFill>
        <p:spPr>
          <a:xfrm>
            <a:off x="20" y="10"/>
            <a:ext cx="12191980" cy="6857990"/>
          </a:xfrm>
          <a:prstGeom prst="rect">
            <a:avLst/>
          </a:prstGeom>
        </p:spPr>
      </p:pic>
      <p:sp>
        <p:nvSpPr>
          <p:cNvPr id="13" name="Content Placeholder 2">
            <a:extLst>
              <a:ext uri="{FF2B5EF4-FFF2-40B4-BE49-F238E27FC236}">
                <a16:creationId xmlns:a16="http://schemas.microsoft.com/office/drawing/2014/main" id="{ED94065E-FE83-4FD8-9639-405868AB4CBF}"/>
              </a:ext>
            </a:extLst>
          </p:cNvPr>
          <p:cNvSpPr>
            <a:spLocks noGrp="1"/>
          </p:cNvSpPr>
          <p:nvPr>
            <p:ph idx="1"/>
          </p:nvPr>
        </p:nvSpPr>
        <p:spPr>
          <a:xfrm>
            <a:off x="640080" y="969264"/>
            <a:ext cx="10790301" cy="4808601"/>
          </a:xfrm>
        </p:spPr>
        <p:txBody>
          <a:bodyPr>
            <a:normAutofit/>
          </a:bodyPr>
          <a:lstStyle/>
          <a:p>
            <a:r>
              <a:rPr lang="it-IT" sz="2000" b="0" i="0" dirty="0">
                <a:solidFill>
                  <a:schemeClr val="tx1"/>
                </a:solidFill>
                <a:effectLst/>
                <a:latin typeface="+mj-lt"/>
              </a:rPr>
              <a:t>Al suo centro il femminismo liberale crede nelle "riforme pragmatiche contro discriminazione di genere attraverso la promozione della parità di diritti attraverso l'adozione e la formulazione di leggi e politiche che garantiscano l'uguaglianza.«</a:t>
            </a:r>
            <a:endParaRPr lang="it-IT" sz="2000" b="0" i="0" baseline="30000" dirty="0">
              <a:solidFill>
                <a:schemeClr val="tx1"/>
              </a:solidFill>
              <a:effectLst/>
              <a:latin typeface="+mj-lt"/>
            </a:endParaRPr>
          </a:p>
          <a:p>
            <a:r>
              <a:rPr lang="it-IT" sz="2000" b="0" i="0" dirty="0">
                <a:solidFill>
                  <a:schemeClr val="tx1"/>
                </a:solidFill>
                <a:effectLst/>
                <a:latin typeface="+mj-lt"/>
              </a:rPr>
              <a:t>Le femministe liberali sostengono che la società ha la falsa convinzione che le donne siano, per natura, meno capaci intellettualmente e fisicamente degli uomini; quindi tende a discriminare le donne nell'accademia, nel forum e nel mercato. Le femministe liberali credono che "la subordinazione femminile sia radicata in una serie di vincoli legali e consuetudinari che bloccano l'ingresso e il successo delle donne nel cosiddetto mondo pubblico", e lottano per l'uguaglianza di genere attraverso la riforma politica e legale.</a:t>
            </a:r>
            <a:endParaRPr lang="it-IT" sz="2000" b="0" i="0" baseline="30000" dirty="0">
              <a:solidFill>
                <a:schemeClr val="tx1"/>
              </a:solidFill>
              <a:effectLst/>
              <a:latin typeface="+mj-lt"/>
            </a:endParaRPr>
          </a:p>
          <a:p>
            <a:r>
              <a:rPr lang="it-IT" sz="2000" b="0" i="0" dirty="0">
                <a:solidFill>
                  <a:schemeClr val="tx1"/>
                </a:solidFill>
                <a:effectLst/>
                <a:latin typeface="+mj-lt"/>
              </a:rPr>
              <a:t>Intrinsecamente pragmatico, il femminismo liberale non ha un insieme di filosofie chiaramente definito. Le femministe liberali tendono a concentrarsi su riforme pratiche di leggi e politiche per raggiungere l'uguaglianza;</a:t>
            </a:r>
            <a:endParaRPr lang="en-US" sz="2000" dirty="0">
              <a:solidFill>
                <a:schemeClr val="tx1"/>
              </a:solidFill>
              <a:latin typeface="+mj-lt"/>
            </a:endParaRPr>
          </a:p>
          <a:p>
            <a:endParaRPr lang="en-US" sz="2000" dirty="0">
              <a:solidFill>
                <a:schemeClr val="tx1"/>
              </a:solidFill>
            </a:endParaRPr>
          </a:p>
        </p:txBody>
      </p:sp>
    </p:spTree>
    <p:extLst>
      <p:ext uri="{BB962C8B-B14F-4D97-AF65-F5344CB8AC3E}">
        <p14:creationId xmlns:p14="http://schemas.microsoft.com/office/powerpoint/2010/main" val="3453225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DF42-919A-47D2-AFC0-A72913C13AEB}"/>
              </a:ext>
            </a:extLst>
          </p:cNvPr>
          <p:cNvSpPr>
            <a:spLocks noGrp="1"/>
          </p:cNvSpPr>
          <p:nvPr>
            <p:ph type="title"/>
          </p:nvPr>
        </p:nvSpPr>
        <p:spPr/>
        <p:txBody>
          <a:bodyPr>
            <a:normAutofit/>
          </a:bodyPr>
          <a:lstStyle/>
          <a:p>
            <a:r>
              <a:rPr lang="it-IT" dirty="0"/>
              <a:t>Il femminismo radicale</a:t>
            </a:r>
            <a:endParaRPr lang="en-US" dirty="0"/>
          </a:p>
        </p:txBody>
      </p:sp>
      <p:graphicFrame>
        <p:nvGraphicFramePr>
          <p:cNvPr id="5" name="Content Placeholder 2">
            <a:extLst>
              <a:ext uri="{FF2B5EF4-FFF2-40B4-BE49-F238E27FC236}">
                <a16:creationId xmlns:a16="http://schemas.microsoft.com/office/drawing/2014/main" id="{21E05FAB-7C56-BE65-48EA-FC939E4362B3}"/>
              </a:ext>
            </a:extLst>
          </p:cNvPr>
          <p:cNvGraphicFramePr>
            <a:graphicFrameLocks noGrp="1"/>
          </p:cNvGraphicFramePr>
          <p:nvPr>
            <p:ph idx="1"/>
            <p:extLst>
              <p:ext uri="{D42A27DB-BD31-4B8C-83A1-F6EECF244321}">
                <p14:modId xmlns:p14="http://schemas.microsoft.com/office/powerpoint/2010/main" val="1820180981"/>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6527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22FB-7AF1-4298-ABAD-1A7D69805CFD}"/>
              </a:ext>
            </a:extLst>
          </p:cNvPr>
          <p:cNvSpPr>
            <a:spLocks noGrp="1"/>
          </p:cNvSpPr>
          <p:nvPr>
            <p:ph type="title"/>
          </p:nvPr>
        </p:nvSpPr>
        <p:spPr/>
        <p:txBody>
          <a:bodyPr>
            <a:normAutofit/>
          </a:bodyPr>
          <a:lstStyle/>
          <a:p>
            <a:r>
              <a:rPr lang="it-IT"/>
              <a:t>Dove siamo ora????</a:t>
            </a:r>
            <a:endParaRPr lang="en-US" dirty="0"/>
          </a:p>
        </p:txBody>
      </p:sp>
      <p:sp>
        <p:nvSpPr>
          <p:cNvPr id="3" name="Content Placeholder 2">
            <a:extLst>
              <a:ext uri="{FF2B5EF4-FFF2-40B4-BE49-F238E27FC236}">
                <a16:creationId xmlns:a16="http://schemas.microsoft.com/office/drawing/2014/main" id="{71380274-A819-4849-B961-2D85F15BF064}"/>
              </a:ext>
            </a:extLst>
          </p:cNvPr>
          <p:cNvSpPr>
            <a:spLocks noGrp="1"/>
          </p:cNvSpPr>
          <p:nvPr>
            <p:ph idx="1"/>
          </p:nvPr>
        </p:nvSpPr>
        <p:spPr>
          <a:xfrm>
            <a:off x="4641336" y="2011680"/>
            <a:ext cx="6789044" cy="3766185"/>
          </a:xfrm>
        </p:spPr>
        <p:txBody>
          <a:bodyPr>
            <a:normAutofit/>
          </a:bodyPr>
          <a:lstStyle/>
          <a:p>
            <a:r>
              <a:rPr lang="it-IT" dirty="0"/>
              <a:t>Dove dobbiamo andare???</a:t>
            </a:r>
            <a:endParaRPr lang="en-US" dirty="0"/>
          </a:p>
        </p:txBody>
      </p:sp>
      <p:pic>
        <p:nvPicPr>
          <p:cNvPr id="7" name="Graphic 6" descr="Hanger">
            <a:extLst>
              <a:ext uri="{FF2B5EF4-FFF2-40B4-BE49-F238E27FC236}">
                <a16:creationId xmlns:a16="http://schemas.microsoft.com/office/drawing/2014/main" id="{709D45F3-D03D-9454-01DE-87FE19D2D6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9051" y="2104216"/>
            <a:ext cx="3383936" cy="3383936"/>
          </a:xfrm>
          <a:prstGeom prst="rect">
            <a:avLst/>
          </a:prstGeom>
        </p:spPr>
      </p:pic>
    </p:spTree>
    <p:extLst>
      <p:ext uri="{BB962C8B-B14F-4D97-AF65-F5344CB8AC3E}">
        <p14:creationId xmlns:p14="http://schemas.microsoft.com/office/powerpoint/2010/main" val="1773050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D83E5-0CE1-434D-A0C1-816D6A977F74}"/>
              </a:ext>
            </a:extLst>
          </p:cNvPr>
          <p:cNvSpPr>
            <a:spLocks noGrp="1"/>
          </p:cNvSpPr>
          <p:nvPr>
            <p:ph type="title"/>
          </p:nvPr>
        </p:nvSpPr>
        <p:spPr/>
        <p:txBody>
          <a:bodyPr>
            <a:normAutofit/>
          </a:bodyPr>
          <a:lstStyle/>
          <a:p>
            <a:r>
              <a:rPr lang="it-IT" dirty="0"/>
              <a:t>Dove siamo ora</a:t>
            </a:r>
            <a:endParaRPr lang="en-US" dirty="0"/>
          </a:p>
        </p:txBody>
      </p:sp>
      <p:sp>
        <p:nvSpPr>
          <p:cNvPr id="3" name="Content Placeholder 2">
            <a:extLst>
              <a:ext uri="{FF2B5EF4-FFF2-40B4-BE49-F238E27FC236}">
                <a16:creationId xmlns:a16="http://schemas.microsoft.com/office/drawing/2014/main" id="{63902F3A-AA65-482B-96EC-63137697B463}"/>
              </a:ext>
            </a:extLst>
          </p:cNvPr>
          <p:cNvSpPr>
            <a:spLocks noGrp="1"/>
          </p:cNvSpPr>
          <p:nvPr>
            <p:ph idx="1"/>
          </p:nvPr>
        </p:nvSpPr>
        <p:spPr>
          <a:xfrm>
            <a:off x="4641336" y="2011680"/>
            <a:ext cx="6789044" cy="3766185"/>
          </a:xfrm>
        </p:spPr>
        <p:txBody>
          <a:bodyPr>
            <a:normAutofit/>
          </a:bodyPr>
          <a:lstStyle/>
          <a:p>
            <a:r>
              <a:rPr lang="it-IT" sz="4000" dirty="0"/>
              <a:t>dove dobbiamo andare</a:t>
            </a:r>
            <a:endParaRPr lang="en-US" sz="4000" dirty="0"/>
          </a:p>
        </p:txBody>
      </p:sp>
      <p:pic>
        <p:nvPicPr>
          <p:cNvPr id="7" name="Graphic 6" descr="Help">
            <a:extLst>
              <a:ext uri="{FF2B5EF4-FFF2-40B4-BE49-F238E27FC236}">
                <a16:creationId xmlns:a16="http://schemas.microsoft.com/office/drawing/2014/main" id="{A1BFFF7D-A407-F338-59B6-013FA5B1FE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9051" y="2104216"/>
            <a:ext cx="3383936" cy="3383936"/>
          </a:xfrm>
          <a:prstGeom prst="rect">
            <a:avLst/>
          </a:prstGeom>
        </p:spPr>
      </p:pic>
    </p:spTree>
    <p:extLst>
      <p:ext uri="{BB962C8B-B14F-4D97-AF65-F5344CB8AC3E}">
        <p14:creationId xmlns:p14="http://schemas.microsoft.com/office/powerpoint/2010/main" val="1531630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F2AC0-6D90-4348-BD7A-D96259798911}"/>
              </a:ext>
            </a:extLst>
          </p:cNvPr>
          <p:cNvSpPr>
            <a:spLocks noGrp="1"/>
          </p:cNvSpPr>
          <p:nvPr>
            <p:ph type="title"/>
          </p:nvPr>
        </p:nvSpPr>
        <p:spPr/>
        <p:txBody>
          <a:bodyPr/>
          <a:lstStyle/>
          <a:p>
            <a:r>
              <a:rPr lang="it-IT" dirty="0"/>
              <a:t>GENDER EQUALITY INDEX 2021</a:t>
            </a:r>
            <a:endParaRPr lang="en-US" dirty="0"/>
          </a:p>
        </p:txBody>
      </p:sp>
      <p:pic>
        <p:nvPicPr>
          <p:cNvPr id="4" name="Content Placeholder 3">
            <a:extLst>
              <a:ext uri="{FF2B5EF4-FFF2-40B4-BE49-F238E27FC236}">
                <a16:creationId xmlns:a16="http://schemas.microsoft.com/office/drawing/2014/main" id="{F5D9FB83-6E04-4715-8E7E-CA8B4D6F948B}"/>
              </a:ext>
            </a:extLst>
          </p:cNvPr>
          <p:cNvPicPr>
            <a:picLocks noGrp="1" noChangeAspect="1"/>
          </p:cNvPicPr>
          <p:nvPr>
            <p:ph idx="1"/>
          </p:nvPr>
        </p:nvPicPr>
        <p:blipFill>
          <a:blip r:embed="rId2"/>
          <a:stretch>
            <a:fillRect/>
          </a:stretch>
        </p:blipFill>
        <p:spPr>
          <a:xfrm>
            <a:off x="3391851" y="1613430"/>
            <a:ext cx="5303520" cy="4745037"/>
          </a:xfrm>
          <a:prstGeom prst="rect">
            <a:avLst/>
          </a:prstGeom>
        </p:spPr>
      </p:pic>
    </p:spTree>
    <p:extLst>
      <p:ext uri="{BB962C8B-B14F-4D97-AF65-F5344CB8AC3E}">
        <p14:creationId xmlns:p14="http://schemas.microsoft.com/office/powerpoint/2010/main" val="287301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6EDE-9CF3-4721-963D-B15D11C11568}"/>
              </a:ext>
            </a:extLst>
          </p:cNvPr>
          <p:cNvSpPr>
            <a:spLocks noGrp="1"/>
          </p:cNvSpPr>
          <p:nvPr>
            <p:ph type="title"/>
          </p:nvPr>
        </p:nvSpPr>
        <p:spPr/>
        <p:txBody>
          <a:bodyPr>
            <a:normAutofit/>
          </a:bodyPr>
          <a:lstStyle/>
          <a:p>
            <a:r>
              <a:rPr lang="it-IT" dirty="0"/>
              <a:t>COSA DOBBIAMO FARE</a:t>
            </a:r>
            <a:endParaRPr lang="en-US" dirty="0"/>
          </a:p>
        </p:txBody>
      </p:sp>
      <p:sp>
        <p:nvSpPr>
          <p:cNvPr id="3" name="Content Placeholder 2">
            <a:extLst>
              <a:ext uri="{FF2B5EF4-FFF2-40B4-BE49-F238E27FC236}">
                <a16:creationId xmlns:a16="http://schemas.microsoft.com/office/drawing/2014/main" id="{A793577F-AF95-4F50-AAF5-8A7AC8DC745B}"/>
              </a:ext>
            </a:extLst>
          </p:cNvPr>
          <p:cNvSpPr>
            <a:spLocks noGrp="1"/>
          </p:cNvSpPr>
          <p:nvPr>
            <p:ph idx="1"/>
          </p:nvPr>
        </p:nvSpPr>
        <p:spPr>
          <a:xfrm>
            <a:off x="4641336" y="2011680"/>
            <a:ext cx="6789044" cy="3766185"/>
          </a:xfrm>
        </p:spPr>
        <p:txBody>
          <a:bodyPr>
            <a:normAutofit/>
          </a:bodyPr>
          <a:lstStyle/>
          <a:p>
            <a:r>
              <a:rPr lang="it-IT" sz="3200" dirty="0">
                <a:latin typeface="+mj-lt"/>
              </a:rPr>
              <a:t>La IV ondata di femminismo si sviluppa a partire dal 2010 e si basa sul concetto di INTERSEZIONALITA’: </a:t>
            </a:r>
            <a:r>
              <a:rPr lang="it-IT" sz="3200" b="0" i="0" dirty="0">
                <a:effectLst/>
                <a:latin typeface="+mj-lt"/>
              </a:rPr>
              <a:t>sovrapposizione di diverse identità sociali, non solo quella di genere; </a:t>
            </a:r>
            <a:endParaRPr lang="en-US" sz="3200" dirty="0">
              <a:latin typeface="+mj-lt"/>
            </a:endParaRPr>
          </a:p>
        </p:txBody>
      </p:sp>
      <p:pic>
        <p:nvPicPr>
          <p:cNvPr id="7" name="Graphic 6" descr="Tanabata Tree">
            <a:extLst>
              <a:ext uri="{FF2B5EF4-FFF2-40B4-BE49-F238E27FC236}">
                <a16:creationId xmlns:a16="http://schemas.microsoft.com/office/drawing/2014/main" id="{713BC6A3-7240-8FFD-CFFB-D3F7A00244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9051" y="2104216"/>
            <a:ext cx="3383936" cy="3383936"/>
          </a:xfrm>
          <a:prstGeom prst="rect">
            <a:avLst/>
          </a:prstGeom>
        </p:spPr>
      </p:pic>
    </p:spTree>
    <p:extLst>
      <p:ext uri="{BB962C8B-B14F-4D97-AF65-F5344CB8AC3E}">
        <p14:creationId xmlns:p14="http://schemas.microsoft.com/office/powerpoint/2010/main" val="225809696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Personalizzato 1">
      <a:majorFont>
        <a:latin typeface="Palatino Linotype"/>
        <a:ea typeface=""/>
        <a:cs typeface=""/>
      </a:majorFont>
      <a:minorFont>
        <a:latin typeface="Palatino Linotype"/>
        <a:ea typeface=""/>
        <a:cs typeface=""/>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D5487D36-20B9-4AF8-9845-4EE893DA08C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C69F3F7625CF74085CAA0E2A49F4C2D" ma:contentTypeVersion="10" ma:contentTypeDescription="Creare un nuovo documento." ma:contentTypeScope="" ma:versionID="f970594720fb6abcd21fd0ece3721bb8">
  <xsd:schema xmlns:xsd="http://www.w3.org/2001/XMLSchema" xmlns:xs="http://www.w3.org/2001/XMLSchema" xmlns:p="http://schemas.microsoft.com/office/2006/metadata/properties" xmlns:ns2="48a61d46-4d30-4b24-ac0a-556bb3cc81e4" xmlns:ns3="a89520b4-453f-4caf-a364-bd14af9a57b3" targetNamespace="http://schemas.microsoft.com/office/2006/metadata/properties" ma:root="true" ma:fieldsID="e495a74569071716296f8154eb9fe63a" ns2:_="" ns3:_="">
    <xsd:import namespace="48a61d46-4d30-4b24-ac0a-556bb3cc81e4"/>
    <xsd:import namespace="a89520b4-453f-4caf-a364-bd14af9a57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a61d46-4d30-4b24-ac0a-556bb3cc81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Tag immagine" ma:readOnly="false" ma:fieldId="{5cf76f15-5ced-4ddc-b409-7134ff3c332f}" ma:taxonomyMulti="true" ma:sspId="1013fbc9-b00e-4d37-9f0b-4b76e146b3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89520b4-453f-4caf-a364-bd14af9a57b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af5e59d-d4ac-435c-9382-48b95eae239d}" ma:internalName="TaxCatchAll" ma:showField="CatchAllData" ma:web="a89520b4-453f-4caf-a364-bd14af9a57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520b4-453f-4caf-a364-bd14af9a57b3" xsi:nil="true"/>
    <lcf76f155ced4ddcb4097134ff3c332f xmlns="48a61d46-4d30-4b24-ac0a-556bb3cc81e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4A98194-82ED-4D0D-AF01-DD5B843A393E}"/>
</file>

<file path=customXml/itemProps2.xml><?xml version="1.0" encoding="utf-8"?>
<ds:datastoreItem xmlns:ds="http://schemas.openxmlformats.org/officeDocument/2006/customXml" ds:itemID="{1FC5273E-9DCC-4CB5-B6FC-3F1928AF5ADA}"/>
</file>

<file path=customXml/itemProps3.xml><?xml version="1.0" encoding="utf-8"?>
<ds:datastoreItem xmlns:ds="http://schemas.openxmlformats.org/officeDocument/2006/customXml" ds:itemID="{0668FDC4-2E02-4DC8-96FF-DDD09DFE643F}"/>
</file>

<file path=docProps/app.xml><?xml version="1.0" encoding="utf-8"?>
<Properties xmlns="http://schemas.openxmlformats.org/officeDocument/2006/extended-properties" xmlns:vt="http://schemas.openxmlformats.org/officeDocument/2006/docPropsVTypes">
  <Template/>
  <TotalTime>322</TotalTime>
  <Words>1779</Words>
  <Application>Microsoft Office PowerPoint</Application>
  <PresentationFormat>Widescreen</PresentationFormat>
  <Paragraphs>160</Paragraphs>
  <Slides>40</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40</vt:i4>
      </vt:variant>
    </vt:vector>
  </HeadingPairs>
  <TitlesOfParts>
    <vt:vector size="47" baseType="lpstr">
      <vt:lpstr>Arial</vt:lpstr>
      <vt:lpstr>Georgia</vt:lpstr>
      <vt:lpstr>Lora</vt:lpstr>
      <vt:lpstr>Palatino Linotype</vt:lpstr>
      <vt:lpstr>PT Serif</vt:lpstr>
      <vt:lpstr>Wingdings</vt:lpstr>
      <vt:lpstr>Metropolitan</vt:lpstr>
      <vt:lpstr>Gender &amp; Inclusion</vt:lpstr>
      <vt:lpstr>Il movimento femminista: dalle origini ai giorni nostri</vt:lpstr>
      <vt:lpstr>Quanto è difficile conquistare un diritto</vt:lpstr>
      <vt:lpstr>Dichiarazone dei diritti della donna e della cittadina: Olimpede de Gougens (1791)</vt:lpstr>
      <vt:lpstr>Le suffraggette</vt:lpstr>
      <vt:lpstr>Nonostante le richieste il processo richiede tempo… tanto tempo…</vt:lpstr>
      <vt:lpstr>Le donne nella II guerra mondiale</vt:lpstr>
      <vt:lpstr>La croce d’onore pre le madri tedesche conferita a chi aveva più di 4 figli/e</vt:lpstr>
      <vt:lpstr>LE DONNE</vt:lpstr>
      <vt:lpstr>L’umiliazione delle donne passa anche attraverso le piccole cose</vt:lpstr>
      <vt:lpstr>LA SITUAZIONE IN RUSSIA</vt:lpstr>
      <vt:lpstr>LA RIVOLUZIONE DI OTTOBRE OFFRE UNA SERIE DI SPUNTI INTERESSANTI</vt:lpstr>
      <vt:lpstr>La morte di Lenin e l’arrivo di Stalin.. Il ritorno al punto di partenza</vt:lpstr>
      <vt:lpstr>Stalin.. La regressione</vt:lpstr>
      <vt:lpstr>Il femminismo…  Dalla prima alla seconda ondata </vt:lpstr>
      <vt:lpstr>Femminismo della differenza  (seconda ondata)</vt:lpstr>
      <vt:lpstr>La subordinazione è anche simbolica!</vt:lpstr>
      <vt:lpstr>Esempio di subordinazione simbolica: linguaggio</vt:lpstr>
      <vt:lpstr>Femminismo della differenza: Francia</vt:lpstr>
      <vt:lpstr>LACAN</vt:lpstr>
      <vt:lpstr>Irigaray Luce</vt:lpstr>
      <vt:lpstr>Julia Kristeva </vt:lpstr>
      <vt:lpstr>Uno sguardo agli US</vt:lpstr>
      <vt:lpstr>Le basi per la seconda ondata di femminismo</vt:lpstr>
      <vt:lpstr>1960: FDA riconosce la pillola anticoncezionale</vt:lpstr>
      <vt:lpstr>IL RUOLO DI JFK.. </vt:lpstr>
      <vt:lpstr>JFK</vt:lpstr>
      <vt:lpstr>Dopo Kennedy il movimento cresce</vt:lpstr>
      <vt:lpstr>1966</vt:lpstr>
      <vt:lpstr>A quel punto la storia si articola</vt:lpstr>
      <vt:lpstr>TRADIZIONALISTI</vt:lpstr>
      <vt:lpstr>Le regole</vt:lpstr>
      <vt:lpstr>Le regole parte 2</vt:lpstr>
      <vt:lpstr>Femminismo liberale</vt:lpstr>
      <vt:lpstr>Presentazione standard di PowerPoint</vt:lpstr>
      <vt:lpstr>Il femminismo radicale</vt:lpstr>
      <vt:lpstr>Dove siamo ora????</vt:lpstr>
      <vt:lpstr>Dove siamo ora</vt:lpstr>
      <vt:lpstr>GENDER EQUALITY INDEX 2021</vt:lpstr>
      <vt:lpstr>COSA DOBBIAMO FARE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&amp; Inclusion</dc:title>
  <dc:creator>Barbara Martini</dc:creator>
  <cp:lastModifiedBy>barbara martini</cp:lastModifiedBy>
  <cp:revision>31</cp:revision>
  <dcterms:created xsi:type="dcterms:W3CDTF">2022-04-13T09:13:36Z</dcterms:created>
  <dcterms:modified xsi:type="dcterms:W3CDTF">2026-03-28T11:25:44Z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0x0101002C69F3F7625CF74085CAA0E2A49F4C2D</vt:lpwstr>
  </property>
</Properties>
</file>