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diagrams/data8.xml" ContentType="application/vnd.openxmlformats-officedocument.drawingml.diagramData+xml"/>
  <Override PartName="/ppt/diagrams/data9.xml" ContentType="application/vnd.openxmlformats-officedocument.drawingml.diagramData+xml"/>
  <Override PartName="/ppt/diagrams/data10.xml" ContentType="application/vnd.openxmlformats-officedocument.drawingml.diagramData+xml"/>
  <Override PartName="/ppt/diagrams/data1.xml" ContentType="application/vnd.openxmlformats-officedocument.drawingml.diagramData+xml"/>
  <Override PartName="/ppt/diagrams/data11.xml" ContentType="application/vnd.openxmlformats-officedocument.drawingml.diagramData+xml"/>
  <Override PartName="/ppt/diagrams/data2.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3.xml" ContentType="application/vnd.openxmlformats-officedocument.drawingml.diagramData+xml"/>
  <Override PartName="/ppt/diagrams/data16.xml" ContentType="application/vnd.openxmlformats-officedocument.drawingml.diagramData+xml"/>
  <Override PartName="/ppt/diagrams/data17.xml" ContentType="application/vnd.openxmlformats-officedocument.drawingml.diagramData+xml"/>
  <Override PartName="/ppt/diagrams/data19.xml" ContentType="application/vnd.openxmlformats-officedocument.drawingml.diagramData+xml"/>
  <Override PartName="/ppt/diagrams/data20.xml" ContentType="application/vnd.openxmlformats-officedocument.drawingml.diagramData+xml"/>
  <Override PartName="/ppt/diagrams/data21.xml" ContentType="application/vnd.openxmlformats-officedocument.drawingml.diagramData+xml"/>
  <Override PartName="/ppt/diagrams/data4.xml" ContentType="application/vnd.openxmlformats-officedocument.drawingml.diagramData+xml"/>
  <Override PartName="/ppt/diagrams/data22.xml" ContentType="application/vnd.openxmlformats-officedocument.drawingml.diagramData+xml"/>
  <Override PartName="/ppt/diagrams/data23.xml" ContentType="application/vnd.openxmlformats-officedocument.drawingml.diagramData+xml"/>
  <Override PartName="/ppt/diagrams/data2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18.xml" ContentType="application/vnd.openxmlformats-officedocument.drawingml.diagramData+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rawing20.xml" ContentType="application/vnd.ms-office.drawingml.diagramDrawing+xml"/>
  <Override PartName="/ppt/diagrams/layout14.xml" ContentType="application/vnd.openxmlformats-officedocument.drawingml.diagramLayout+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quickStyle14.xml" ContentType="application/vnd.openxmlformats-officedocument.drawingml.diagramStyle+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colors14.xml" ContentType="application/vnd.openxmlformats-officedocument.drawingml.diagramColors+xml"/>
  <Override PartName="/ppt/diagrams/layout23.xml" ContentType="application/vnd.openxmlformats-officedocument.drawingml.diagramLayout+xml"/>
  <Override PartName="/ppt/diagrams/quickStyle23.xml" ContentType="application/vnd.openxmlformats-officedocument.drawingml.diagramStyle+xml"/>
  <Override PartName="/ppt/diagrams/quickStyle12.xml" ContentType="application/vnd.openxmlformats-officedocument.drawingml.diagramStyle+xml"/>
  <Override PartName="/ppt/diagrams/drawing23.xml" ContentType="application/vnd.ms-office.drawingml.diagramDrawing+xml"/>
  <Override PartName="/ppt/diagrams/drawing14.xml" ContentType="application/vnd.ms-office.drawingml.diagramDrawing+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layout12.xml" ContentType="application/vnd.openxmlformats-officedocument.drawingml.diagramLayout+xml"/>
  <Override PartName="/ppt/diagrams/layout13.xml" ContentType="application/vnd.openxmlformats-officedocument.drawingml.diagramLayout+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quickStyle13.xml" ContentType="application/vnd.openxmlformats-officedocument.drawingml.diagramStyle+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colors13.xml" ContentType="application/vnd.openxmlformats-officedocument.drawingml.diagramColors+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layout7.xml" ContentType="application/vnd.openxmlformats-officedocument.drawingml.diagramLayout+xml"/>
  <Override PartName="/ppt/diagrams/drawing17.xml" ContentType="application/vnd.ms-office.drawingml.diagramDrawing+xml"/>
  <Override PartName="/ppt/diagrams/colors12.xml" ContentType="application/vnd.openxmlformats-officedocument.drawingml.diagramColors+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rawing13.xml" ContentType="application/vnd.ms-office.drawingml.diagramDrawing+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rawing12.xml" ContentType="application/vnd.ms-office.drawingml.diagramDrawing+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theme/theme1.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3.xml" ContentType="application/vnd.openxmlformats-officedocument.drawingml.diagramColors+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86" r:id="rId5"/>
    <p:sldId id="287" r:id="rId6"/>
    <p:sldId id="288" r:id="rId7"/>
    <p:sldId id="259" r:id="rId8"/>
    <p:sldId id="261" r:id="rId9"/>
    <p:sldId id="289"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90" r:id="rId29"/>
    <p:sldId id="280"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761"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811970-CFE5-4B93-898E-8E62953F2E3E}" type="doc">
      <dgm:prSet loTypeId="urn:microsoft.com/office/officeart/2005/8/layout/default" loCatId="list" qsTypeId="urn:microsoft.com/office/officeart/2005/8/quickstyle/simple5" qsCatId="simple" csTypeId="urn:microsoft.com/office/officeart/2005/8/colors/colorful2" csCatId="colorful"/>
      <dgm:spPr/>
      <dgm:t>
        <a:bodyPr/>
        <a:lstStyle/>
        <a:p>
          <a:endParaRPr lang="en-US"/>
        </a:p>
      </dgm:t>
    </dgm:pt>
    <dgm:pt modelId="{B619EE11-408D-4ECC-8A2E-11BA7DC813F9}">
      <dgm:prSet/>
      <dgm:spPr/>
      <dgm:t>
        <a:bodyPr/>
        <a:lstStyle/>
        <a:p>
          <a:r>
            <a:rPr lang="en-US"/>
            <a:t>Comprendere il gender mainstreaming.</a:t>
          </a:r>
        </a:p>
      </dgm:t>
    </dgm:pt>
    <dgm:pt modelId="{7D11BCB9-DC9C-41D4-A64A-1CC7C97106C8}" type="parTrans" cxnId="{A04C0FE2-F1B0-4B36-B50C-E4B736039A97}">
      <dgm:prSet/>
      <dgm:spPr/>
      <dgm:t>
        <a:bodyPr/>
        <a:lstStyle/>
        <a:p>
          <a:endParaRPr lang="en-US"/>
        </a:p>
      </dgm:t>
    </dgm:pt>
    <dgm:pt modelId="{0B81219C-5B39-4D9A-B4E3-A12C1A55DC29}" type="sibTrans" cxnId="{A04C0FE2-F1B0-4B36-B50C-E4B736039A97}">
      <dgm:prSet/>
      <dgm:spPr/>
      <dgm:t>
        <a:bodyPr/>
        <a:lstStyle/>
        <a:p>
          <a:endParaRPr lang="en-US"/>
        </a:p>
      </dgm:t>
    </dgm:pt>
    <dgm:pt modelId="{FB83F60E-D36C-4075-8806-95381369B150}">
      <dgm:prSet/>
      <dgm:spPr/>
      <dgm:t>
        <a:bodyPr/>
        <a:lstStyle/>
        <a:p>
          <a:r>
            <a:rPr lang="en-US"/>
            <a:t>Analizzare quote e leadership.</a:t>
          </a:r>
        </a:p>
      </dgm:t>
    </dgm:pt>
    <dgm:pt modelId="{D3E83C46-EE3E-4B6C-9113-4800B955A1AD}" type="parTrans" cxnId="{4C0BA5D5-4C69-4001-AC54-305D1C712693}">
      <dgm:prSet/>
      <dgm:spPr/>
      <dgm:t>
        <a:bodyPr/>
        <a:lstStyle/>
        <a:p>
          <a:endParaRPr lang="en-US"/>
        </a:p>
      </dgm:t>
    </dgm:pt>
    <dgm:pt modelId="{1E903CD5-E4F0-4461-8962-2CBBD0F02D68}" type="sibTrans" cxnId="{4C0BA5D5-4C69-4001-AC54-305D1C712693}">
      <dgm:prSet/>
      <dgm:spPr/>
      <dgm:t>
        <a:bodyPr/>
        <a:lstStyle/>
        <a:p>
          <a:endParaRPr lang="en-US"/>
        </a:p>
      </dgm:t>
    </dgm:pt>
    <dgm:pt modelId="{6ACCC650-26D1-46BF-B10F-667DB9C58E31}">
      <dgm:prSet/>
      <dgm:spPr/>
      <dgm:t>
        <a:bodyPr/>
        <a:lstStyle/>
        <a:p>
          <a:r>
            <a:rPr lang="en-US"/>
            <a:t>Confrontare legislazioni internazionali.</a:t>
          </a:r>
        </a:p>
      </dgm:t>
    </dgm:pt>
    <dgm:pt modelId="{11C8751E-4671-4347-95FC-FD69A6F4724E}" type="parTrans" cxnId="{012543F9-CEB7-4FE0-AF79-F538B5329452}">
      <dgm:prSet/>
      <dgm:spPr/>
      <dgm:t>
        <a:bodyPr/>
        <a:lstStyle/>
        <a:p>
          <a:endParaRPr lang="en-US"/>
        </a:p>
      </dgm:t>
    </dgm:pt>
    <dgm:pt modelId="{AA73D28A-AD42-4390-866D-5800A096D60C}" type="sibTrans" cxnId="{012543F9-CEB7-4FE0-AF79-F538B5329452}">
      <dgm:prSet/>
      <dgm:spPr/>
      <dgm:t>
        <a:bodyPr/>
        <a:lstStyle/>
        <a:p>
          <a:endParaRPr lang="en-US"/>
        </a:p>
      </dgm:t>
    </dgm:pt>
    <dgm:pt modelId="{3ACF4CC0-8088-46C4-9842-03C0214F8262}" type="pres">
      <dgm:prSet presAssocID="{D7811970-CFE5-4B93-898E-8E62953F2E3E}" presName="diagram" presStyleCnt="0">
        <dgm:presLayoutVars>
          <dgm:dir/>
          <dgm:resizeHandles val="exact"/>
        </dgm:presLayoutVars>
      </dgm:prSet>
      <dgm:spPr/>
    </dgm:pt>
    <dgm:pt modelId="{5B6D405C-2003-4B33-9808-47536C61A255}" type="pres">
      <dgm:prSet presAssocID="{B619EE11-408D-4ECC-8A2E-11BA7DC813F9}" presName="node" presStyleLbl="node1" presStyleIdx="0" presStyleCnt="3">
        <dgm:presLayoutVars>
          <dgm:bulletEnabled val="1"/>
        </dgm:presLayoutVars>
      </dgm:prSet>
      <dgm:spPr/>
    </dgm:pt>
    <dgm:pt modelId="{091A249A-DB57-456B-A864-E714232771F9}" type="pres">
      <dgm:prSet presAssocID="{0B81219C-5B39-4D9A-B4E3-A12C1A55DC29}" presName="sibTrans" presStyleCnt="0"/>
      <dgm:spPr/>
    </dgm:pt>
    <dgm:pt modelId="{8E630366-89D1-45BB-A256-AFAC06132085}" type="pres">
      <dgm:prSet presAssocID="{FB83F60E-D36C-4075-8806-95381369B150}" presName="node" presStyleLbl="node1" presStyleIdx="1" presStyleCnt="3">
        <dgm:presLayoutVars>
          <dgm:bulletEnabled val="1"/>
        </dgm:presLayoutVars>
      </dgm:prSet>
      <dgm:spPr/>
    </dgm:pt>
    <dgm:pt modelId="{2AB719B6-0671-4E76-A4AB-676F7D1A67E1}" type="pres">
      <dgm:prSet presAssocID="{1E903CD5-E4F0-4461-8962-2CBBD0F02D68}" presName="sibTrans" presStyleCnt="0"/>
      <dgm:spPr/>
    </dgm:pt>
    <dgm:pt modelId="{F115F8FD-2825-45C8-9C7F-26610A2DED4F}" type="pres">
      <dgm:prSet presAssocID="{6ACCC650-26D1-46BF-B10F-667DB9C58E31}" presName="node" presStyleLbl="node1" presStyleIdx="2" presStyleCnt="3">
        <dgm:presLayoutVars>
          <dgm:bulletEnabled val="1"/>
        </dgm:presLayoutVars>
      </dgm:prSet>
      <dgm:spPr/>
    </dgm:pt>
  </dgm:ptLst>
  <dgm:cxnLst>
    <dgm:cxn modelId="{6B4DF107-B49A-4E87-9E5D-CB343D6A3819}" type="presOf" srcId="{B619EE11-408D-4ECC-8A2E-11BA7DC813F9}" destId="{5B6D405C-2003-4B33-9808-47536C61A255}" srcOrd="0" destOrd="0" presId="urn:microsoft.com/office/officeart/2005/8/layout/default"/>
    <dgm:cxn modelId="{D23EE956-5384-4C06-B03A-C2F802DBD843}" type="presOf" srcId="{D7811970-CFE5-4B93-898E-8E62953F2E3E}" destId="{3ACF4CC0-8088-46C4-9842-03C0214F8262}" srcOrd="0" destOrd="0" presId="urn:microsoft.com/office/officeart/2005/8/layout/default"/>
    <dgm:cxn modelId="{CFAE4D8E-2BE1-45FA-A2F5-A879DDADA693}" type="presOf" srcId="{6ACCC650-26D1-46BF-B10F-667DB9C58E31}" destId="{F115F8FD-2825-45C8-9C7F-26610A2DED4F}" srcOrd="0" destOrd="0" presId="urn:microsoft.com/office/officeart/2005/8/layout/default"/>
    <dgm:cxn modelId="{AE15AABB-00FD-4F76-8C0C-37C771CC8AF4}" type="presOf" srcId="{FB83F60E-D36C-4075-8806-95381369B150}" destId="{8E630366-89D1-45BB-A256-AFAC06132085}" srcOrd="0" destOrd="0" presId="urn:microsoft.com/office/officeart/2005/8/layout/default"/>
    <dgm:cxn modelId="{4C0BA5D5-4C69-4001-AC54-305D1C712693}" srcId="{D7811970-CFE5-4B93-898E-8E62953F2E3E}" destId="{FB83F60E-D36C-4075-8806-95381369B150}" srcOrd="1" destOrd="0" parTransId="{D3E83C46-EE3E-4B6C-9113-4800B955A1AD}" sibTransId="{1E903CD5-E4F0-4461-8962-2CBBD0F02D68}"/>
    <dgm:cxn modelId="{A04C0FE2-F1B0-4B36-B50C-E4B736039A97}" srcId="{D7811970-CFE5-4B93-898E-8E62953F2E3E}" destId="{B619EE11-408D-4ECC-8A2E-11BA7DC813F9}" srcOrd="0" destOrd="0" parTransId="{7D11BCB9-DC9C-41D4-A64A-1CC7C97106C8}" sibTransId="{0B81219C-5B39-4D9A-B4E3-A12C1A55DC29}"/>
    <dgm:cxn modelId="{012543F9-CEB7-4FE0-AF79-F538B5329452}" srcId="{D7811970-CFE5-4B93-898E-8E62953F2E3E}" destId="{6ACCC650-26D1-46BF-B10F-667DB9C58E31}" srcOrd="2" destOrd="0" parTransId="{11C8751E-4671-4347-95FC-FD69A6F4724E}" sibTransId="{AA73D28A-AD42-4390-866D-5800A096D60C}"/>
    <dgm:cxn modelId="{A98E43C6-6B91-41A1-80B7-EDE802655B90}" type="presParOf" srcId="{3ACF4CC0-8088-46C4-9842-03C0214F8262}" destId="{5B6D405C-2003-4B33-9808-47536C61A255}" srcOrd="0" destOrd="0" presId="urn:microsoft.com/office/officeart/2005/8/layout/default"/>
    <dgm:cxn modelId="{F29CC999-AE0A-4529-B5FA-05F7F61DB6E6}" type="presParOf" srcId="{3ACF4CC0-8088-46C4-9842-03C0214F8262}" destId="{091A249A-DB57-456B-A864-E714232771F9}" srcOrd="1" destOrd="0" presId="urn:microsoft.com/office/officeart/2005/8/layout/default"/>
    <dgm:cxn modelId="{BFD2907B-C873-4F26-940D-5402D33F86B5}" type="presParOf" srcId="{3ACF4CC0-8088-46C4-9842-03C0214F8262}" destId="{8E630366-89D1-45BB-A256-AFAC06132085}" srcOrd="2" destOrd="0" presId="urn:microsoft.com/office/officeart/2005/8/layout/default"/>
    <dgm:cxn modelId="{D672AC20-8FE7-4B2C-BA31-582509C02573}" type="presParOf" srcId="{3ACF4CC0-8088-46C4-9842-03C0214F8262}" destId="{2AB719B6-0671-4E76-A4AB-676F7D1A67E1}" srcOrd="3" destOrd="0" presId="urn:microsoft.com/office/officeart/2005/8/layout/default"/>
    <dgm:cxn modelId="{EAF82ACC-7854-4466-BA3A-0FE6510ACF07}" type="presParOf" srcId="{3ACF4CC0-8088-46C4-9842-03C0214F8262}" destId="{F115F8FD-2825-45C8-9C7F-26610A2DED4F}"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EBF5C5-48C6-4527-BC69-A2B0E85B9EAB}" type="doc">
      <dgm:prSet loTypeId="urn:microsoft.com/office/officeart/2017/3/layout/HorizontalPathTimeline" loCatId="process" qsTypeId="urn:microsoft.com/office/officeart/2005/8/quickstyle/simple1" qsCatId="simple" csTypeId="urn:microsoft.com/office/officeart/2005/8/colors/colorful2" csCatId="colorful" phldr="1"/>
      <dgm:spPr/>
      <dgm:t>
        <a:bodyPr/>
        <a:lstStyle/>
        <a:p>
          <a:endParaRPr lang="en-US"/>
        </a:p>
      </dgm:t>
    </dgm:pt>
    <dgm:pt modelId="{74157596-9AAA-40A1-B13A-51F1CE5F9146}">
      <dgm:prSet/>
      <dgm:spPr/>
      <dgm:t>
        <a:bodyPr/>
        <a:lstStyle/>
        <a:p>
          <a:pPr>
            <a:defRPr b="1"/>
          </a:pPr>
          <a:r>
            <a:rPr lang="en-US"/>
            <a:t>1945</a:t>
          </a:r>
        </a:p>
      </dgm:t>
    </dgm:pt>
    <dgm:pt modelId="{8107FE31-AA92-471C-9FAE-2CCCA19B6A10}" type="parTrans" cxnId="{8ABE4591-2037-4EA7-96F8-3567F7D4AE99}">
      <dgm:prSet/>
      <dgm:spPr/>
      <dgm:t>
        <a:bodyPr/>
        <a:lstStyle/>
        <a:p>
          <a:endParaRPr lang="en-US"/>
        </a:p>
      </dgm:t>
    </dgm:pt>
    <dgm:pt modelId="{F4D396BA-2A7F-4C49-BD93-E0FCBBBE0D08}" type="sibTrans" cxnId="{8ABE4591-2037-4EA7-96F8-3567F7D4AE99}">
      <dgm:prSet/>
      <dgm:spPr/>
      <dgm:t>
        <a:bodyPr/>
        <a:lstStyle/>
        <a:p>
          <a:endParaRPr lang="en-US"/>
        </a:p>
      </dgm:t>
    </dgm:pt>
    <dgm:pt modelId="{58234AAE-7F5D-42C2-8458-432F12AFF9BB}">
      <dgm:prSet/>
      <dgm:spPr/>
      <dgm:t>
        <a:bodyPr/>
        <a:lstStyle/>
        <a:p>
          <a:r>
            <a:rPr lang="en-US"/>
            <a:t>ONU e diritti umani</a:t>
          </a:r>
        </a:p>
      </dgm:t>
    </dgm:pt>
    <dgm:pt modelId="{87CA0F36-0B75-4CB7-9BEC-047FCA75E109}" type="parTrans" cxnId="{CF5D2B95-1299-4A83-B945-C89C5654C733}">
      <dgm:prSet/>
      <dgm:spPr/>
      <dgm:t>
        <a:bodyPr/>
        <a:lstStyle/>
        <a:p>
          <a:endParaRPr lang="en-US"/>
        </a:p>
      </dgm:t>
    </dgm:pt>
    <dgm:pt modelId="{04695C7A-59D9-499F-90A9-9B575847AFD6}" type="sibTrans" cxnId="{CF5D2B95-1299-4A83-B945-C89C5654C733}">
      <dgm:prSet/>
      <dgm:spPr/>
      <dgm:t>
        <a:bodyPr/>
        <a:lstStyle/>
        <a:p>
          <a:endParaRPr lang="en-US"/>
        </a:p>
      </dgm:t>
    </dgm:pt>
    <dgm:pt modelId="{61C5009C-555A-4AD3-AB52-B8BC2A1EC106}">
      <dgm:prSet/>
      <dgm:spPr/>
      <dgm:t>
        <a:bodyPr/>
        <a:lstStyle/>
        <a:p>
          <a:pPr>
            <a:defRPr b="1"/>
          </a:pPr>
          <a:r>
            <a:rPr lang="en-US"/>
            <a:t>1979</a:t>
          </a:r>
        </a:p>
      </dgm:t>
    </dgm:pt>
    <dgm:pt modelId="{174D94B8-5B1C-47EE-829A-D4E1C33673F8}" type="parTrans" cxnId="{33DA82FC-0C26-479B-B6FB-852B57325ED3}">
      <dgm:prSet/>
      <dgm:spPr/>
      <dgm:t>
        <a:bodyPr/>
        <a:lstStyle/>
        <a:p>
          <a:endParaRPr lang="en-US"/>
        </a:p>
      </dgm:t>
    </dgm:pt>
    <dgm:pt modelId="{851AEE69-2978-4943-B554-F3244F17A257}" type="sibTrans" cxnId="{33DA82FC-0C26-479B-B6FB-852B57325ED3}">
      <dgm:prSet/>
      <dgm:spPr/>
      <dgm:t>
        <a:bodyPr/>
        <a:lstStyle/>
        <a:p>
          <a:endParaRPr lang="en-US"/>
        </a:p>
      </dgm:t>
    </dgm:pt>
    <dgm:pt modelId="{3F6B579B-75A4-4F86-A41C-02CB5C55496F}">
      <dgm:prSet/>
      <dgm:spPr/>
      <dgm:t>
        <a:bodyPr/>
        <a:lstStyle/>
        <a:p>
          <a:r>
            <a:rPr lang="en-US"/>
            <a:t>CEDAW</a:t>
          </a:r>
        </a:p>
      </dgm:t>
    </dgm:pt>
    <dgm:pt modelId="{095D8B8D-50FF-4BB7-99E6-79299F780AFC}" type="parTrans" cxnId="{E1E8AA13-C9F0-4C69-9863-58469A29A2BF}">
      <dgm:prSet/>
      <dgm:spPr/>
      <dgm:t>
        <a:bodyPr/>
        <a:lstStyle/>
        <a:p>
          <a:endParaRPr lang="en-US"/>
        </a:p>
      </dgm:t>
    </dgm:pt>
    <dgm:pt modelId="{3375F3DB-2A87-4755-BE7A-F13FA8A63480}" type="sibTrans" cxnId="{E1E8AA13-C9F0-4C69-9863-58469A29A2BF}">
      <dgm:prSet/>
      <dgm:spPr/>
      <dgm:t>
        <a:bodyPr/>
        <a:lstStyle/>
        <a:p>
          <a:endParaRPr lang="en-US"/>
        </a:p>
      </dgm:t>
    </dgm:pt>
    <dgm:pt modelId="{191EE3F0-04C7-42F3-AD38-C06E30E9FAEB}">
      <dgm:prSet/>
      <dgm:spPr/>
      <dgm:t>
        <a:bodyPr/>
        <a:lstStyle/>
        <a:p>
          <a:pPr>
            <a:defRPr b="1"/>
          </a:pPr>
          <a:r>
            <a:rPr lang="en-US"/>
            <a:t>1995</a:t>
          </a:r>
        </a:p>
      </dgm:t>
    </dgm:pt>
    <dgm:pt modelId="{E4E3C08C-96E5-43E0-A89F-A9A3B70D3398}" type="parTrans" cxnId="{61851A92-C0DE-43B2-824A-A77BC8FACD9C}">
      <dgm:prSet/>
      <dgm:spPr/>
      <dgm:t>
        <a:bodyPr/>
        <a:lstStyle/>
        <a:p>
          <a:endParaRPr lang="en-US"/>
        </a:p>
      </dgm:t>
    </dgm:pt>
    <dgm:pt modelId="{0A3CED18-2701-44C9-BC88-0CD1257C6168}" type="sibTrans" cxnId="{61851A92-C0DE-43B2-824A-A77BC8FACD9C}">
      <dgm:prSet/>
      <dgm:spPr/>
      <dgm:t>
        <a:bodyPr/>
        <a:lstStyle/>
        <a:p>
          <a:endParaRPr lang="en-US"/>
        </a:p>
      </dgm:t>
    </dgm:pt>
    <dgm:pt modelId="{990BFCBE-09BD-4A26-9E37-520933ABDF1D}">
      <dgm:prSet/>
      <dgm:spPr/>
      <dgm:t>
        <a:bodyPr/>
        <a:lstStyle/>
        <a:p>
          <a:r>
            <a:rPr lang="en-US"/>
            <a:t>Pechino e gender mainstreaming.</a:t>
          </a:r>
        </a:p>
      </dgm:t>
    </dgm:pt>
    <dgm:pt modelId="{8BAC23A7-5F0F-4C10-BDC3-63E3AA5B3205}" type="parTrans" cxnId="{49FCB379-62E5-4453-8F93-9266A05102D5}">
      <dgm:prSet/>
      <dgm:spPr/>
      <dgm:t>
        <a:bodyPr/>
        <a:lstStyle/>
        <a:p>
          <a:endParaRPr lang="en-US"/>
        </a:p>
      </dgm:t>
    </dgm:pt>
    <dgm:pt modelId="{1775F9C4-3E0F-4A6F-93B2-FA22029D7083}" type="sibTrans" cxnId="{49FCB379-62E5-4453-8F93-9266A05102D5}">
      <dgm:prSet/>
      <dgm:spPr/>
      <dgm:t>
        <a:bodyPr/>
        <a:lstStyle/>
        <a:p>
          <a:endParaRPr lang="en-US"/>
        </a:p>
      </dgm:t>
    </dgm:pt>
    <dgm:pt modelId="{76B65D29-A479-4611-8695-969C50F4B3F4}" type="pres">
      <dgm:prSet presAssocID="{5DEBF5C5-48C6-4527-BC69-A2B0E85B9EAB}" presName="root" presStyleCnt="0">
        <dgm:presLayoutVars>
          <dgm:chMax/>
          <dgm:chPref/>
          <dgm:animLvl val="lvl"/>
        </dgm:presLayoutVars>
      </dgm:prSet>
      <dgm:spPr/>
    </dgm:pt>
    <dgm:pt modelId="{C908EF19-2244-4283-96A0-02B0034F3155}" type="pres">
      <dgm:prSet presAssocID="{5DEBF5C5-48C6-4527-BC69-A2B0E85B9EAB}" presName="divider" presStyleLbl="node1" presStyleIdx="0" presStyleCnt="1"/>
      <dgm:spPr/>
    </dgm:pt>
    <dgm:pt modelId="{1FD98D31-B314-4D07-8C09-E8E22A118FCF}" type="pres">
      <dgm:prSet presAssocID="{5DEBF5C5-48C6-4527-BC69-A2B0E85B9EAB}" presName="nodes" presStyleCnt="0">
        <dgm:presLayoutVars>
          <dgm:chMax/>
          <dgm:chPref/>
          <dgm:animLvl val="lvl"/>
        </dgm:presLayoutVars>
      </dgm:prSet>
      <dgm:spPr/>
    </dgm:pt>
    <dgm:pt modelId="{9E5C54D8-5F7C-41BB-9F9D-DA413D456F8B}" type="pres">
      <dgm:prSet presAssocID="{74157596-9AAA-40A1-B13A-51F1CE5F9146}" presName="composite" presStyleCnt="0"/>
      <dgm:spPr/>
    </dgm:pt>
    <dgm:pt modelId="{85D07FE8-5EC8-484C-965C-9B2A62254F96}" type="pres">
      <dgm:prSet presAssocID="{74157596-9AAA-40A1-B13A-51F1CE5F9146}" presName="L1TextContainer" presStyleLbl="revTx" presStyleIdx="0" presStyleCnt="3">
        <dgm:presLayoutVars>
          <dgm:chMax val="1"/>
          <dgm:chPref val="1"/>
          <dgm:bulletEnabled val="1"/>
        </dgm:presLayoutVars>
      </dgm:prSet>
      <dgm:spPr/>
    </dgm:pt>
    <dgm:pt modelId="{483099C5-1CE2-4513-918D-ACFE5505DC9E}" type="pres">
      <dgm:prSet presAssocID="{74157596-9AAA-40A1-B13A-51F1CE5F9146}" presName="L2TextContainerWrapper" presStyleCnt="0">
        <dgm:presLayoutVars>
          <dgm:chMax val="0"/>
          <dgm:chPref val="0"/>
          <dgm:bulletEnabled val="1"/>
        </dgm:presLayoutVars>
      </dgm:prSet>
      <dgm:spPr/>
    </dgm:pt>
    <dgm:pt modelId="{5C627AD2-0F55-486B-9D4F-93E4E98A6D7D}" type="pres">
      <dgm:prSet presAssocID="{74157596-9AAA-40A1-B13A-51F1CE5F9146}" presName="L2TextContainer" presStyleLbl="bgAccFollowNode1" presStyleIdx="0" presStyleCnt="3"/>
      <dgm:spPr/>
    </dgm:pt>
    <dgm:pt modelId="{C18899FC-1D2E-4E0C-A3BC-0F4C440BBBF7}" type="pres">
      <dgm:prSet presAssocID="{74157596-9AAA-40A1-B13A-51F1CE5F9146}" presName="FlexibleEmptyPlaceHolder" presStyleCnt="0"/>
      <dgm:spPr/>
    </dgm:pt>
    <dgm:pt modelId="{65BB7503-B0D6-4169-9630-1C479237B120}" type="pres">
      <dgm:prSet presAssocID="{74157596-9AAA-40A1-B13A-51F1CE5F9146}" presName="ConnectLine" presStyleLbl="alignNode1" presStyleIdx="0" presStyleCnt="3"/>
      <dgm:spPr>
        <a:solidFill>
          <a:schemeClr val="accent2">
            <a:hueOff val="0"/>
            <a:satOff val="0"/>
            <a:lumOff val="0"/>
            <a:alphaOff val="0"/>
          </a:schemeClr>
        </a:solidFill>
        <a:ln w="6350" cap="flat" cmpd="sng" algn="ctr">
          <a:solidFill>
            <a:schemeClr val="accent2">
              <a:hueOff val="0"/>
              <a:satOff val="0"/>
              <a:lumOff val="0"/>
              <a:alphaOff val="0"/>
            </a:schemeClr>
          </a:solidFill>
          <a:prstDash val="dash"/>
        </a:ln>
        <a:effectLst/>
      </dgm:spPr>
    </dgm:pt>
    <dgm:pt modelId="{0A6DB961-C652-45D8-8CD7-29B72C754CE3}" type="pres">
      <dgm:prSet presAssocID="{74157596-9AAA-40A1-B13A-51F1CE5F9146}" presName="ConnectorPoint" presStyleLbl="fgAcc1" presStyleIdx="0" presStyleCnt="3"/>
      <dgm:spPr>
        <a:solidFill>
          <a:schemeClr val="lt1">
            <a:alpha val="90000"/>
            <a:hueOff val="0"/>
            <a:satOff val="0"/>
            <a:lumOff val="0"/>
            <a:alphaOff val="0"/>
          </a:schemeClr>
        </a:solidFill>
        <a:ln w="25400" cap="flat" cmpd="sng" algn="ctr">
          <a:noFill/>
          <a:prstDash val="solid"/>
        </a:ln>
        <a:effectLst/>
      </dgm:spPr>
    </dgm:pt>
    <dgm:pt modelId="{8D5928A1-57B7-41A2-9EEF-C4AA83A58F42}" type="pres">
      <dgm:prSet presAssocID="{74157596-9AAA-40A1-B13A-51F1CE5F9146}" presName="EmptyPlaceHolder" presStyleCnt="0"/>
      <dgm:spPr/>
    </dgm:pt>
    <dgm:pt modelId="{28C35756-2A46-4EB1-A756-688C42196357}" type="pres">
      <dgm:prSet presAssocID="{F4D396BA-2A7F-4C49-BD93-E0FCBBBE0D08}" presName="spaceBetweenRectangles" presStyleCnt="0"/>
      <dgm:spPr/>
    </dgm:pt>
    <dgm:pt modelId="{4884AC7C-2D81-4B72-87FD-41F21C293EBA}" type="pres">
      <dgm:prSet presAssocID="{61C5009C-555A-4AD3-AB52-B8BC2A1EC106}" presName="composite" presStyleCnt="0"/>
      <dgm:spPr/>
    </dgm:pt>
    <dgm:pt modelId="{55DF51DF-6233-4BE4-8FB0-8942281FAB5C}" type="pres">
      <dgm:prSet presAssocID="{61C5009C-555A-4AD3-AB52-B8BC2A1EC106}" presName="L1TextContainer" presStyleLbl="revTx" presStyleIdx="1" presStyleCnt="3">
        <dgm:presLayoutVars>
          <dgm:chMax val="1"/>
          <dgm:chPref val="1"/>
          <dgm:bulletEnabled val="1"/>
        </dgm:presLayoutVars>
      </dgm:prSet>
      <dgm:spPr/>
    </dgm:pt>
    <dgm:pt modelId="{2BB817D0-B9BC-4678-B304-064B7179963D}" type="pres">
      <dgm:prSet presAssocID="{61C5009C-555A-4AD3-AB52-B8BC2A1EC106}" presName="L2TextContainerWrapper" presStyleCnt="0">
        <dgm:presLayoutVars>
          <dgm:chMax val="0"/>
          <dgm:chPref val="0"/>
          <dgm:bulletEnabled val="1"/>
        </dgm:presLayoutVars>
      </dgm:prSet>
      <dgm:spPr/>
    </dgm:pt>
    <dgm:pt modelId="{EE1DA84B-8C02-40E3-B5D9-165FD8737964}" type="pres">
      <dgm:prSet presAssocID="{61C5009C-555A-4AD3-AB52-B8BC2A1EC106}" presName="L2TextContainer" presStyleLbl="bgAccFollowNode1" presStyleIdx="1" presStyleCnt="3"/>
      <dgm:spPr/>
    </dgm:pt>
    <dgm:pt modelId="{3C4E3ED9-7997-403E-B3EB-3FF97635FB49}" type="pres">
      <dgm:prSet presAssocID="{61C5009C-555A-4AD3-AB52-B8BC2A1EC106}" presName="FlexibleEmptyPlaceHolder" presStyleCnt="0"/>
      <dgm:spPr/>
    </dgm:pt>
    <dgm:pt modelId="{25A16110-B39F-43D0-8978-FA2160BDAFF4}" type="pres">
      <dgm:prSet presAssocID="{61C5009C-555A-4AD3-AB52-B8BC2A1EC106}" presName="ConnectLine" presStyleLbl="alignNode1" presStyleIdx="1" presStyleCnt="3"/>
      <dgm:spPr>
        <a:solidFill>
          <a:schemeClr val="accent2">
            <a:hueOff val="2340759"/>
            <a:satOff val="-2919"/>
            <a:lumOff val="686"/>
            <a:alphaOff val="0"/>
          </a:schemeClr>
        </a:solidFill>
        <a:ln w="6350" cap="flat" cmpd="sng" algn="ctr">
          <a:solidFill>
            <a:schemeClr val="accent2">
              <a:hueOff val="2340759"/>
              <a:satOff val="-2919"/>
              <a:lumOff val="686"/>
              <a:alphaOff val="0"/>
            </a:schemeClr>
          </a:solidFill>
          <a:prstDash val="dash"/>
        </a:ln>
        <a:effectLst/>
      </dgm:spPr>
    </dgm:pt>
    <dgm:pt modelId="{C889F517-552B-417E-AB5B-1097945A34EF}" type="pres">
      <dgm:prSet presAssocID="{61C5009C-555A-4AD3-AB52-B8BC2A1EC106}" presName="ConnectorPoint" presStyleLbl="fgAcc1" presStyleIdx="1" presStyleCnt="3"/>
      <dgm:spPr>
        <a:solidFill>
          <a:schemeClr val="lt1">
            <a:alpha val="90000"/>
            <a:hueOff val="0"/>
            <a:satOff val="0"/>
            <a:lumOff val="0"/>
            <a:alphaOff val="0"/>
          </a:schemeClr>
        </a:solidFill>
        <a:ln w="25400" cap="flat" cmpd="sng" algn="ctr">
          <a:noFill/>
          <a:prstDash val="solid"/>
        </a:ln>
        <a:effectLst/>
      </dgm:spPr>
    </dgm:pt>
    <dgm:pt modelId="{AD9C3F0A-2C88-499A-90A7-AEC864A0B053}" type="pres">
      <dgm:prSet presAssocID="{61C5009C-555A-4AD3-AB52-B8BC2A1EC106}" presName="EmptyPlaceHolder" presStyleCnt="0"/>
      <dgm:spPr/>
    </dgm:pt>
    <dgm:pt modelId="{44FDA4F2-210A-481A-9AF3-187BF5994232}" type="pres">
      <dgm:prSet presAssocID="{851AEE69-2978-4943-B554-F3244F17A257}" presName="spaceBetweenRectangles" presStyleCnt="0"/>
      <dgm:spPr/>
    </dgm:pt>
    <dgm:pt modelId="{20C2E0AB-34A3-45FD-A08A-69ADC883CB9A}" type="pres">
      <dgm:prSet presAssocID="{191EE3F0-04C7-42F3-AD38-C06E30E9FAEB}" presName="composite" presStyleCnt="0"/>
      <dgm:spPr/>
    </dgm:pt>
    <dgm:pt modelId="{3674328D-AD30-44D5-A3C0-D32903C0CBCA}" type="pres">
      <dgm:prSet presAssocID="{191EE3F0-04C7-42F3-AD38-C06E30E9FAEB}" presName="L1TextContainer" presStyleLbl="revTx" presStyleIdx="2" presStyleCnt="3">
        <dgm:presLayoutVars>
          <dgm:chMax val="1"/>
          <dgm:chPref val="1"/>
          <dgm:bulletEnabled val="1"/>
        </dgm:presLayoutVars>
      </dgm:prSet>
      <dgm:spPr/>
    </dgm:pt>
    <dgm:pt modelId="{653656DD-B13B-4457-A5FE-FFE304080987}" type="pres">
      <dgm:prSet presAssocID="{191EE3F0-04C7-42F3-AD38-C06E30E9FAEB}" presName="L2TextContainerWrapper" presStyleCnt="0">
        <dgm:presLayoutVars>
          <dgm:chMax val="0"/>
          <dgm:chPref val="0"/>
          <dgm:bulletEnabled val="1"/>
        </dgm:presLayoutVars>
      </dgm:prSet>
      <dgm:spPr/>
    </dgm:pt>
    <dgm:pt modelId="{09C046AC-2720-4D17-A965-7542B7D8ACC8}" type="pres">
      <dgm:prSet presAssocID="{191EE3F0-04C7-42F3-AD38-C06E30E9FAEB}" presName="L2TextContainer" presStyleLbl="bgAccFollowNode1" presStyleIdx="2" presStyleCnt="3"/>
      <dgm:spPr/>
    </dgm:pt>
    <dgm:pt modelId="{6200B7B1-DDDF-4458-A5F4-82ECC1C8C254}" type="pres">
      <dgm:prSet presAssocID="{191EE3F0-04C7-42F3-AD38-C06E30E9FAEB}" presName="FlexibleEmptyPlaceHolder" presStyleCnt="0"/>
      <dgm:spPr/>
    </dgm:pt>
    <dgm:pt modelId="{3386D7A5-6E47-46C6-A03E-5CD2901394C1}" type="pres">
      <dgm:prSet presAssocID="{191EE3F0-04C7-42F3-AD38-C06E30E9FAEB}" presName="ConnectLine" presStyleLbl="alignNode1" presStyleIdx="2" presStyleCnt="3"/>
      <dgm:spPr>
        <a:solidFill>
          <a:schemeClr val="accent2">
            <a:hueOff val="4681519"/>
            <a:satOff val="-5839"/>
            <a:lumOff val="1373"/>
            <a:alphaOff val="0"/>
          </a:schemeClr>
        </a:solidFill>
        <a:ln w="6350" cap="flat" cmpd="sng" algn="ctr">
          <a:solidFill>
            <a:schemeClr val="accent2">
              <a:hueOff val="4681519"/>
              <a:satOff val="-5839"/>
              <a:lumOff val="1373"/>
              <a:alphaOff val="0"/>
            </a:schemeClr>
          </a:solidFill>
          <a:prstDash val="dash"/>
        </a:ln>
        <a:effectLst/>
      </dgm:spPr>
    </dgm:pt>
    <dgm:pt modelId="{08C9B7D9-5CAD-470A-B106-D2C143A08A91}" type="pres">
      <dgm:prSet presAssocID="{191EE3F0-04C7-42F3-AD38-C06E30E9FAEB}" presName="ConnectorPoint" presStyleLbl="fgAcc1" presStyleIdx="2" presStyleCnt="3"/>
      <dgm:spPr>
        <a:solidFill>
          <a:schemeClr val="lt1">
            <a:alpha val="90000"/>
            <a:hueOff val="0"/>
            <a:satOff val="0"/>
            <a:lumOff val="0"/>
            <a:alphaOff val="0"/>
          </a:schemeClr>
        </a:solidFill>
        <a:ln w="25400" cap="flat" cmpd="sng" algn="ctr">
          <a:noFill/>
          <a:prstDash val="solid"/>
        </a:ln>
        <a:effectLst/>
      </dgm:spPr>
    </dgm:pt>
    <dgm:pt modelId="{1BC96DD9-563C-49D4-85F6-232F145298E7}" type="pres">
      <dgm:prSet presAssocID="{191EE3F0-04C7-42F3-AD38-C06E30E9FAEB}" presName="EmptyPlaceHolder" presStyleCnt="0"/>
      <dgm:spPr/>
    </dgm:pt>
  </dgm:ptLst>
  <dgm:cxnLst>
    <dgm:cxn modelId="{A3817109-632B-4C82-BC5C-DE31B1C550A0}" type="presOf" srcId="{74157596-9AAA-40A1-B13A-51F1CE5F9146}" destId="{85D07FE8-5EC8-484C-965C-9B2A62254F96}" srcOrd="0" destOrd="0" presId="urn:microsoft.com/office/officeart/2017/3/layout/HorizontalPathTimeline"/>
    <dgm:cxn modelId="{E526480A-A79A-4226-AFE2-682BE832E9DA}" type="presOf" srcId="{191EE3F0-04C7-42F3-AD38-C06E30E9FAEB}" destId="{3674328D-AD30-44D5-A3C0-D32903C0CBCA}" srcOrd="0" destOrd="0" presId="urn:microsoft.com/office/officeart/2017/3/layout/HorizontalPathTimeline"/>
    <dgm:cxn modelId="{8A747A0D-9E3B-4790-B8B3-6760CF066734}" type="presOf" srcId="{5DEBF5C5-48C6-4527-BC69-A2B0E85B9EAB}" destId="{76B65D29-A479-4611-8695-969C50F4B3F4}" srcOrd="0" destOrd="0" presId="urn:microsoft.com/office/officeart/2017/3/layout/HorizontalPathTimeline"/>
    <dgm:cxn modelId="{E1E8AA13-C9F0-4C69-9863-58469A29A2BF}" srcId="{61C5009C-555A-4AD3-AB52-B8BC2A1EC106}" destId="{3F6B579B-75A4-4F86-A41C-02CB5C55496F}" srcOrd="0" destOrd="0" parTransId="{095D8B8D-50FF-4BB7-99E6-79299F780AFC}" sibTransId="{3375F3DB-2A87-4755-BE7A-F13FA8A63480}"/>
    <dgm:cxn modelId="{7D51DB1E-CF12-47DC-948E-5FC1159B5AEB}" type="presOf" srcId="{3F6B579B-75A4-4F86-A41C-02CB5C55496F}" destId="{EE1DA84B-8C02-40E3-B5D9-165FD8737964}" srcOrd="0" destOrd="0" presId="urn:microsoft.com/office/officeart/2017/3/layout/HorizontalPathTimeline"/>
    <dgm:cxn modelId="{B1BA3E3B-D9DF-4925-8E27-BF50A3B4CC7E}" type="presOf" srcId="{61C5009C-555A-4AD3-AB52-B8BC2A1EC106}" destId="{55DF51DF-6233-4BE4-8FB0-8942281FAB5C}" srcOrd="0" destOrd="0" presId="urn:microsoft.com/office/officeart/2017/3/layout/HorizontalPathTimeline"/>
    <dgm:cxn modelId="{B0D68C58-55A6-4318-9B0B-039E3AA0523C}" type="presOf" srcId="{990BFCBE-09BD-4A26-9E37-520933ABDF1D}" destId="{09C046AC-2720-4D17-A965-7542B7D8ACC8}" srcOrd="0" destOrd="0" presId="urn:microsoft.com/office/officeart/2017/3/layout/HorizontalPathTimeline"/>
    <dgm:cxn modelId="{49FCB379-62E5-4453-8F93-9266A05102D5}" srcId="{191EE3F0-04C7-42F3-AD38-C06E30E9FAEB}" destId="{990BFCBE-09BD-4A26-9E37-520933ABDF1D}" srcOrd="0" destOrd="0" parTransId="{8BAC23A7-5F0F-4C10-BDC3-63E3AA5B3205}" sibTransId="{1775F9C4-3E0F-4A6F-93B2-FA22029D7083}"/>
    <dgm:cxn modelId="{8ABE4591-2037-4EA7-96F8-3567F7D4AE99}" srcId="{5DEBF5C5-48C6-4527-BC69-A2B0E85B9EAB}" destId="{74157596-9AAA-40A1-B13A-51F1CE5F9146}" srcOrd="0" destOrd="0" parTransId="{8107FE31-AA92-471C-9FAE-2CCCA19B6A10}" sibTransId="{F4D396BA-2A7F-4C49-BD93-E0FCBBBE0D08}"/>
    <dgm:cxn modelId="{61851A92-C0DE-43B2-824A-A77BC8FACD9C}" srcId="{5DEBF5C5-48C6-4527-BC69-A2B0E85B9EAB}" destId="{191EE3F0-04C7-42F3-AD38-C06E30E9FAEB}" srcOrd="2" destOrd="0" parTransId="{E4E3C08C-96E5-43E0-A89F-A9A3B70D3398}" sibTransId="{0A3CED18-2701-44C9-BC88-0CD1257C6168}"/>
    <dgm:cxn modelId="{CF5D2B95-1299-4A83-B945-C89C5654C733}" srcId="{74157596-9AAA-40A1-B13A-51F1CE5F9146}" destId="{58234AAE-7F5D-42C2-8458-432F12AFF9BB}" srcOrd="0" destOrd="0" parTransId="{87CA0F36-0B75-4CB7-9BEC-047FCA75E109}" sibTransId="{04695C7A-59D9-499F-90A9-9B575847AFD6}"/>
    <dgm:cxn modelId="{5889AED6-0DBC-4896-9E93-02B713197044}" type="presOf" srcId="{58234AAE-7F5D-42C2-8458-432F12AFF9BB}" destId="{5C627AD2-0F55-486B-9D4F-93E4E98A6D7D}" srcOrd="0" destOrd="0" presId="urn:microsoft.com/office/officeart/2017/3/layout/HorizontalPathTimeline"/>
    <dgm:cxn modelId="{33DA82FC-0C26-479B-B6FB-852B57325ED3}" srcId="{5DEBF5C5-48C6-4527-BC69-A2B0E85B9EAB}" destId="{61C5009C-555A-4AD3-AB52-B8BC2A1EC106}" srcOrd="1" destOrd="0" parTransId="{174D94B8-5B1C-47EE-829A-D4E1C33673F8}" sibTransId="{851AEE69-2978-4943-B554-F3244F17A257}"/>
    <dgm:cxn modelId="{978B5317-F64A-439A-A58F-28E528192132}" type="presParOf" srcId="{76B65D29-A479-4611-8695-969C50F4B3F4}" destId="{C908EF19-2244-4283-96A0-02B0034F3155}" srcOrd="0" destOrd="0" presId="urn:microsoft.com/office/officeart/2017/3/layout/HorizontalPathTimeline"/>
    <dgm:cxn modelId="{6103B8D1-8500-4821-9C67-BAD53C83F638}" type="presParOf" srcId="{76B65D29-A479-4611-8695-969C50F4B3F4}" destId="{1FD98D31-B314-4D07-8C09-E8E22A118FCF}" srcOrd="1" destOrd="0" presId="urn:microsoft.com/office/officeart/2017/3/layout/HorizontalPathTimeline"/>
    <dgm:cxn modelId="{1C017A09-ED1F-453F-9C8B-9E75E5C919A6}" type="presParOf" srcId="{1FD98D31-B314-4D07-8C09-E8E22A118FCF}" destId="{9E5C54D8-5F7C-41BB-9F9D-DA413D456F8B}" srcOrd="0" destOrd="0" presId="urn:microsoft.com/office/officeart/2017/3/layout/HorizontalPathTimeline"/>
    <dgm:cxn modelId="{DA0FA5A7-B911-494D-BF9B-79FB8CD553E8}" type="presParOf" srcId="{9E5C54D8-5F7C-41BB-9F9D-DA413D456F8B}" destId="{85D07FE8-5EC8-484C-965C-9B2A62254F96}" srcOrd="0" destOrd="0" presId="urn:microsoft.com/office/officeart/2017/3/layout/HorizontalPathTimeline"/>
    <dgm:cxn modelId="{120028FB-E45B-459E-A687-6924B1D824B5}" type="presParOf" srcId="{9E5C54D8-5F7C-41BB-9F9D-DA413D456F8B}" destId="{483099C5-1CE2-4513-918D-ACFE5505DC9E}" srcOrd="1" destOrd="0" presId="urn:microsoft.com/office/officeart/2017/3/layout/HorizontalPathTimeline"/>
    <dgm:cxn modelId="{D2F930A7-F360-4B28-9176-6A51B78822F0}" type="presParOf" srcId="{483099C5-1CE2-4513-918D-ACFE5505DC9E}" destId="{5C627AD2-0F55-486B-9D4F-93E4E98A6D7D}" srcOrd="0" destOrd="0" presId="urn:microsoft.com/office/officeart/2017/3/layout/HorizontalPathTimeline"/>
    <dgm:cxn modelId="{18B5AB3B-4A74-442A-B76F-ECBC91621FB9}" type="presParOf" srcId="{483099C5-1CE2-4513-918D-ACFE5505DC9E}" destId="{C18899FC-1D2E-4E0C-A3BC-0F4C440BBBF7}" srcOrd="1" destOrd="0" presId="urn:microsoft.com/office/officeart/2017/3/layout/HorizontalPathTimeline"/>
    <dgm:cxn modelId="{89F46C1E-445E-441C-8215-E3617FB321C9}" type="presParOf" srcId="{9E5C54D8-5F7C-41BB-9F9D-DA413D456F8B}" destId="{65BB7503-B0D6-4169-9630-1C479237B120}" srcOrd="2" destOrd="0" presId="urn:microsoft.com/office/officeart/2017/3/layout/HorizontalPathTimeline"/>
    <dgm:cxn modelId="{E9FD1816-0B3B-49F0-9453-66522714F075}" type="presParOf" srcId="{9E5C54D8-5F7C-41BB-9F9D-DA413D456F8B}" destId="{0A6DB961-C652-45D8-8CD7-29B72C754CE3}" srcOrd="3" destOrd="0" presId="urn:microsoft.com/office/officeart/2017/3/layout/HorizontalPathTimeline"/>
    <dgm:cxn modelId="{CA51DAB8-0AB9-46D8-BD25-6156C196FA33}" type="presParOf" srcId="{9E5C54D8-5F7C-41BB-9F9D-DA413D456F8B}" destId="{8D5928A1-57B7-41A2-9EEF-C4AA83A58F42}" srcOrd="4" destOrd="0" presId="urn:microsoft.com/office/officeart/2017/3/layout/HorizontalPathTimeline"/>
    <dgm:cxn modelId="{53439A55-ADCD-4111-8FDD-73E0FE6F362B}" type="presParOf" srcId="{1FD98D31-B314-4D07-8C09-E8E22A118FCF}" destId="{28C35756-2A46-4EB1-A756-688C42196357}" srcOrd="1" destOrd="0" presId="urn:microsoft.com/office/officeart/2017/3/layout/HorizontalPathTimeline"/>
    <dgm:cxn modelId="{370FEB7E-D8E9-4248-8DB7-04184F04B3D6}" type="presParOf" srcId="{1FD98D31-B314-4D07-8C09-E8E22A118FCF}" destId="{4884AC7C-2D81-4B72-87FD-41F21C293EBA}" srcOrd="2" destOrd="0" presId="urn:microsoft.com/office/officeart/2017/3/layout/HorizontalPathTimeline"/>
    <dgm:cxn modelId="{D7EC8474-19B7-4E07-AD0D-D5086213A7C7}" type="presParOf" srcId="{4884AC7C-2D81-4B72-87FD-41F21C293EBA}" destId="{55DF51DF-6233-4BE4-8FB0-8942281FAB5C}" srcOrd="0" destOrd="0" presId="urn:microsoft.com/office/officeart/2017/3/layout/HorizontalPathTimeline"/>
    <dgm:cxn modelId="{72C53E83-9418-435D-969F-52607889F2C5}" type="presParOf" srcId="{4884AC7C-2D81-4B72-87FD-41F21C293EBA}" destId="{2BB817D0-B9BC-4678-B304-064B7179963D}" srcOrd="1" destOrd="0" presId="urn:microsoft.com/office/officeart/2017/3/layout/HorizontalPathTimeline"/>
    <dgm:cxn modelId="{A9238236-CDBB-47A0-8408-A09198006D02}" type="presParOf" srcId="{2BB817D0-B9BC-4678-B304-064B7179963D}" destId="{EE1DA84B-8C02-40E3-B5D9-165FD8737964}" srcOrd="0" destOrd="0" presId="urn:microsoft.com/office/officeart/2017/3/layout/HorizontalPathTimeline"/>
    <dgm:cxn modelId="{5C274FC8-7261-4B1F-99AD-BFA79278411A}" type="presParOf" srcId="{2BB817D0-B9BC-4678-B304-064B7179963D}" destId="{3C4E3ED9-7997-403E-B3EB-3FF97635FB49}" srcOrd="1" destOrd="0" presId="urn:microsoft.com/office/officeart/2017/3/layout/HorizontalPathTimeline"/>
    <dgm:cxn modelId="{8E7D74FA-C39D-48D1-AD0C-886C962F3535}" type="presParOf" srcId="{4884AC7C-2D81-4B72-87FD-41F21C293EBA}" destId="{25A16110-B39F-43D0-8978-FA2160BDAFF4}" srcOrd="2" destOrd="0" presId="urn:microsoft.com/office/officeart/2017/3/layout/HorizontalPathTimeline"/>
    <dgm:cxn modelId="{4CAC4FD8-14F7-41D0-9C32-4EEFC666CAA2}" type="presParOf" srcId="{4884AC7C-2D81-4B72-87FD-41F21C293EBA}" destId="{C889F517-552B-417E-AB5B-1097945A34EF}" srcOrd="3" destOrd="0" presId="urn:microsoft.com/office/officeart/2017/3/layout/HorizontalPathTimeline"/>
    <dgm:cxn modelId="{D2640E91-02AF-46F8-8B9B-927102D0DB67}" type="presParOf" srcId="{4884AC7C-2D81-4B72-87FD-41F21C293EBA}" destId="{AD9C3F0A-2C88-499A-90A7-AEC864A0B053}" srcOrd="4" destOrd="0" presId="urn:microsoft.com/office/officeart/2017/3/layout/HorizontalPathTimeline"/>
    <dgm:cxn modelId="{7D19E978-9328-431B-A362-239A37A1FD1A}" type="presParOf" srcId="{1FD98D31-B314-4D07-8C09-E8E22A118FCF}" destId="{44FDA4F2-210A-481A-9AF3-187BF5994232}" srcOrd="3" destOrd="0" presId="urn:microsoft.com/office/officeart/2017/3/layout/HorizontalPathTimeline"/>
    <dgm:cxn modelId="{B6739A50-1C86-49D0-9A3B-AA3489994D2E}" type="presParOf" srcId="{1FD98D31-B314-4D07-8C09-E8E22A118FCF}" destId="{20C2E0AB-34A3-45FD-A08A-69ADC883CB9A}" srcOrd="4" destOrd="0" presId="urn:microsoft.com/office/officeart/2017/3/layout/HorizontalPathTimeline"/>
    <dgm:cxn modelId="{16A07BDA-A38C-4379-945B-CAC572292DE9}" type="presParOf" srcId="{20C2E0AB-34A3-45FD-A08A-69ADC883CB9A}" destId="{3674328D-AD30-44D5-A3C0-D32903C0CBCA}" srcOrd="0" destOrd="0" presId="urn:microsoft.com/office/officeart/2017/3/layout/HorizontalPathTimeline"/>
    <dgm:cxn modelId="{A7E5E35D-9D0B-452E-B5FE-97EF4F76ED23}" type="presParOf" srcId="{20C2E0AB-34A3-45FD-A08A-69ADC883CB9A}" destId="{653656DD-B13B-4457-A5FE-FFE304080987}" srcOrd="1" destOrd="0" presId="urn:microsoft.com/office/officeart/2017/3/layout/HorizontalPathTimeline"/>
    <dgm:cxn modelId="{B5ABC324-F6CA-4CB5-8B90-7C04949F6F70}" type="presParOf" srcId="{653656DD-B13B-4457-A5FE-FFE304080987}" destId="{09C046AC-2720-4D17-A965-7542B7D8ACC8}" srcOrd="0" destOrd="0" presId="urn:microsoft.com/office/officeart/2017/3/layout/HorizontalPathTimeline"/>
    <dgm:cxn modelId="{AF1DD9F8-CB30-461C-8D05-30148D4EF8D8}" type="presParOf" srcId="{653656DD-B13B-4457-A5FE-FFE304080987}" destId="{6200B7B1-DDDF-4458-A5F4-82ECC1C8C254}" srcOrd="1" destOrd="0" presId="urn:microsoft.com/office/officeart/2017/3/layout/HorizontalPathTimeline"/>
    <dgm:cxn modelId="{3C6E4A61-F949-4F61-88D3-ED7191A67B31}" type="presParOf" srcId="{20C2E0AB-34A3-45FD-A08A-69ADC883CB9A}" destId="{3386D7A5-6E47-46C6-A03E-5CD2901394C1}" srcOrd="2" destOrd="0" presId="urn:microsoft.com/office/officeart/2017/3/layout/HorizontalPathTimeline"/>
    <dgm:cxn modelId="{F85E9E6A-A2B4-4D3E-89FB-0B5EC01442D1}" type="presParOf" srcId="{20C2E0AB-34A3-45FD-A08A-69ADC883CB9A}" destId="{08C9B7D9-5CAD-470A-B106-D2C143A08A91}" srcOrd="3" destOrd="0" presId="urn:microsoft.com/office/officeart/2017/3/layout/HorizontalPathTimeline"/>
    <dgm:cxn modelId="{DD4DADB8-559F-431F-B568-BE39F79F4DDD}" type="presParOf" srcId="{20C2E0AB-34A3-45FD-A08A-69ADC883CB9A}" destId="{1BC96DD9-563C-49D4-85F6-232F145298E7}" srcOrd="4" destOrd="0" presId="urn:microsoft.com/office/officeart/2017/3/layout/HorizontalPath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AA23CB0-ABD4-4571-B45E-B29EECC79E7C}" type="doc">
      <dgm:prSet loTypeId="urn:microsoft.com/office/officeart/2005/8/layout/default" loCatId="list" qsTypeId="urn:microsoft.com/office/officeart/2005/8/quickstyle/simple4" qsCatId="simple" csTypeId="urn:microsoft.com/office/officeart/2005/8/colors/colorful2" csCatId="colorful"/>
      <dgm:spPr/>
      <dgm:t>
        <a:bodyPr/>
        <a:lstStyle/>
        <a:p>
          <a:endParaRPr lang="en-US"/>
        </a:p>
      </dgm:t>
    </dgm:pt>
    <dgm:pt modelId="{7840ADEA-EED5-4366-9437-18E10C269ECC}">
      <dgm:prSet/>
      <dgm:spPr/>
      <dgm:t>
        <a:bodyPr/>
        <a:lstStyle/>
        <a:p>
          <a:r>
            <a:rPr lang="en-US"/>
            <a:t>• Adottata dalle Nazioni Unite il 18 dicembre 1979.</a:t>
          </a:r>
        </a:p>
      </dgm:t>
    </dgm:pt>
    <dgm:pt modelId="{C66A49A8-AB5E-4317-BF4B-00480D33DE8C}" type="parTrans" cxnId="{C6443BB6-3BE2-40FB-9906-D1389BD45A86}">
      <dgm:prSet/>
      <dgm:spPr/>
      <dgm:t>
        <a:bodyPr/>
        <a:lstStyle/>
        <a:p>
          <a:endParaRPr lang="en-US"/>
        </a:p>
      </dgm:t>
    </dgm:pt>
    <dgm:pt modelId="{14BB8EF0-CAC8-4B99-9D3A-7553DC5EF559}" type="sibTrans" cxnId="{C6443BB6-3BE2-40FB-9906-D1389BD45A86}">
      <dgm:prSet/>
      <dgm:spPr/>
      <dgm:t>
        <a:bodyPr/>
        <a:lstStyle/>
        <a:p>
          <a:endParaRPr lang="en-US"/>
        </a:p>
      </dgm:t>
    </dgm:pt>
    <dgm:pt modelId="{1E9A341A-D587-4276-BBEE-1E4EDEA2F59E}">
      <dgm:prSet/>
      <dgm:spPr/>
      <dgm:t>
        <a:bodyPr/>
        <a:lstStyle/>
        <a:p>
          <a:r>
            <a:rPr lang="en-US"/>
            <a:t>• Impegna gli Stati a eliminare discriminazioni formali e sostanziali.</a:t>
          </a:r>
        </a:p>
      </dgm:t>
    </dgm:pt>
    <dgm:pt modelId="{C36081CB-3E60-4A00-A891-55FE7287E174}" type="parTrans" cxnId="{8E50BF92-513B-4480-81D2-277FED6FAD1D}">
      <dgm:prSet/>
      <dgm:spPr/>
      <dgm:t>
        <a:bodyPr/>
        <a:lstStyle/>
        <a:p>
          <a:endParaRPr lang="en-US"/>
        </a:p>
      </dgm:t>
    </dgm:pt>
    <dgm:pt modelId="{0E10AA4F-6628-431D-8DE3-DC2B50682344}" type="sibTrans" cxnId="{8E50BF92-513B-4480-81D2-277FED6FAD1D}">
      <dgm:prSet/>
      <dgm:spPr/>
      <dgm:t>
        <a:bodyPr/>
        <a:lstStyle/>
        <a:p>
          <a:endParaRPr lang="en-US"/>
        </a:p>
      </dgm:t>
    </dgm:pt>
    <dgm:pt modelId="{A279ED67-75A9-414D-B4E3-0CCFBA19FB96}">
      <dgm:prSet/>
      <dgm:spPr/>
      <dgm:t>
        <a:bodyPr/>
        <a:lstStyle/>
        <a:p>
          <a:r>
            <a:rPr lang="en-US"/>
            <a:t>• Stabilisce uguaglianza in politica, educazione, lavoro, salute.</a:t>
          </a:r>
        </a:p>
      </dgm:t>
    </dgm:pt>
    <dgm:pt modelId="{D2858A7E-0D3C-44F6-9EFF-C1713247A9DB}" type="parTrans" cxnId="{B860F916-1BA4-4C64-B92A-57D7896F2491}">
      <dgm:prSet/>
      <dgm:spPr/>
      <dgm:t>
        <a:bodyPr/>
        <a:lstStyle/>
        <a:p>
          <a:endParaRPr lang="en-US"/>
        </a:p>
      </dgm:t>
    </dgm:pt>
    <dgm:pt modelId="{DFE11526-8F1D-43B3-A5BB-C39F61B35B6C}" type="sibTrans" cxnId="{B860F916-1BA4-4C64-B92A-57D7896F2491}">
      <dgm:prSet/>
      <dgm:spPr/>
      <dgm:t>
        <a:bodyPr/>
        <a:lstStyle/>
        <a:p>
          <a:endParaRPr lang="en-US"/>
        </a:p>
      </dgm:t>
    </dgm:pt>
    <dgm:pt modelId="{364C161A-C157-49F3-8B64-19CE41DF7AA4}">
      <dgm:prSet/>
      <dgm:spPr/>
      <dgm:t>
        <a:bodyPr/>
        <a:lstStyle/>
        <a:p>
          <a:r>
            <a:rPr lang="en-US"/>
            <a:t>• Prevede misure temporanee speciali (es. quote di genere).</a:t>
          </a:r>
        </a:p>
      </dgm:t>
    </dgm:pt>
    <dgm:pt modelId="{B54E6332-83A8-4056-90B1-016E25F61330}" type="parTrans" cxnId="{928B22F2-8639-45C9-A2A1-B8A2E8AC10C5}">
      <dgm:prSet/>
      <dgm:spPr/>
      <dgm:t>
        <a:bodyPr/>
        <a:lstStyle/>
        <a:p>
          <a:endParaRPr lang="en-US"/>
        </a:p>
      </dgm:t>
    </dgm:pt>
    <dgm:pt modelId="{C9F81107-82B6-4CA9-A83D-9FF6CC95E54D}" type="sibTrans" cxnId="{928B22F2-8639-45C9-A2A1-B8A2E8AC10C5}">
      <dgm:prSet/>
      <dgm:spPr/>
      <dgm:t>
        <a:bodyPr/>
        <a:lstStyle/>
        <a:p>
          <a:endParaRPr lang="en-US"/>
        </a:p>
      </dgm:t>
    </dgm:pt>
    <dgm:pt modelId="{7DAC7112-E62E-40C9-87C9-9540D825DD6A}">
      <dgm:prSet/>
      <dgm:spPr/>
      <dgm:t>
        <a:bodyPr/>
        <a:lstStyle/>
        <a:p>
          <a:r>
            <a:rPr lang="en-US"/>
            <a:t>• Istituisce il Comitato CEDAW per monitorare i progressi.</a:t>
          </a:r>
        </a:p>
      </dgm:t>
    </dgm:pt>
    <dgm:pt modelId="{A77BE035-8F67-4FF2-929F-D4CAE3CDAB6B}" type="parTrans" cxnId="{2C966820-79B5-4BD2-932F-C2FD066CEE5F}">
      <dgm:prSet/>
      <dgm:spPr/>
      <dgm:t>
        <a:bodyPr/>
        <a:lstStyle/>
        <a:p>
          <a:endParaRPr lang="en-US"/>
        </a:p>
      </dgm:t>
    </dgm:pt>
    <dgm:pt modelId="{02DE863C-E9A0-41A0-958F-6CE9B6B2CF89}" type="sibTrans" cxnId="{2C966820-79B5-4BD2-932F-C2FD066CEE5F}">
      <dgm:prSet/>
      <dgm:spPr/>
      <dgm:t>
        <a:bodyPr/>
        <a:lstStyle/>
        <a:p>
          <a:endParaRPr lang="en-US"/>
        </a:p>
      </dgm:t>
    </dgm:pt>
    <dgm:pt modelId="{18403CD2-AB11-4A42-A698-4D0BCBEE07D5}">
      <dgm:prSet/>
      <dgm:spPr/>
      <dgm:t>
        <a:bodyPr/>
        <a:lstStyle/>
        <a:p>
          <a:r>
            <a:rPr lang="en-US"/>
            <a:t>• 189 Stati ratificanti; USA firma ma non ratifica.</a:t>
          </a:r>
        </a:p>
      </dgm:t>
    </dgm:pt>
    <dgm:pt modelId="{54341B60-1C3C-4C95-AF68-8463010BEBFA}" type="parTrans" cxnId="{E0F7DB5A-F8B7-4E24-B2F4-38D8D3E34484}">
      <dgm:prSet/>
      <dgm:spPr/>
      <dgm:t>
        <a:bodyPr/>
        <a:lstStyle/>
        <a:p>
          <a:endParaRPr lang="en-US"/>
        </a:p>
      </dgm:t>
    </dgm:pt>
    <dgm:pt modelId="{DE7047B0-D720-43C3-949C-2F2A369E1BDD}" type="sibTrans" cxnId="{E0F7DB5A-F8B7-4E24-B2F4-38D8D3E34484}">
      <dgm:prSet/>
      <dgm:spPr/>
      <dgm:t>
        <a:bodyPr/>
        <a:lstStyle/>
        <a:p>
          <a:endParaRPr lang="en-US"/>
        </a:p>
      </dgm:t>
    </dgm:pt>
    <dgm:pt modelId="{4A5EBFE5-0110-417A-A3FF-1EAE846D1AF3}">
      <dgm:prSet/>
      <dgm:spPr/>
      <dgm:t>
        <a:bodyPr/>
        <a:lstStyle/>
        <a:p>
          <a:r>
            <a:rPr lang="en-US"/>
            <a:t>• Considerata la 'Carta internazionale dei diritti delle donne'.</a:t>
          </a:r>
        </a:p>
      </dgm:t>
    </dgm:pt>
    <dgm:pt modelId="{9831DF9E-9FDD-49C5-A298-7FA06568D346}" type="parTrans" cxnId="{56ED151E-7E77-4F61-A3AA-971073CDC691}">
      <dgm:prSet/>
      <dgm:spPr/>
      <dgm:t>
        <a:bodyPr/>
        <a:lstStyle/>
        <a:p>
          <a:endParaRPr lang="en-US"/>
        </a:p>
      </dgm:t>
    </dgm:pt>
    <dgm:pt modelId="{50974145-6387-4487-9CC8-5AC9699D5A1C}" type="sibTrans" cxnId="{56ED151E-7E77-4F61-A3AA-971073CDC691}">
      <dgm:prSet/>
      <dgm:spPr/>
      <dgm:t>
        <a:bodyPr/>
        <a:lstStyle/>
        <a:p>
          <a:endParaRPr lang="en-US"/>
        </a:p>
      </dgm:t>
    </dgm:pt>
    <dgm:pt modelId="{7921B9D9-ECCA-4E49-8A42-6DEE42F1F032}" type="pres">
      <dgm:prSet presAssocID="{9AA23CB0-ABD4-4571-B45E-B29EECC79E7C}" presName="diagram" presStyleCnt="0">
        <dgm:presLayoutVars>
          <dgm:dir/>
          <dgm:resizeHandles val="exact"/>
        </dgm:presLayoutVars>
      </dgm:prSet>
      <dgm:spPr/>
    </dgm:pt>
    <dgm:pt modelId="{AE9654F9-619C-4D94-9EDB-05F5BD831C20}" type="pres">
      <dgm:prSet presAssocID="{7840ADEA-EED5-4366-9437-18E10C269ECC}" presName="node" presStyleLbl="node1" presStyleIdx="0" presStyleCnt="7">
        <dgm:presLayoutVars>
          <dgm:bulletEnabled val="1"/>
        </dgm:presLayoutVars>
      </dgm:prSet>
      <dgm:spPr/>
    </dgm:pt>
    <dgm:pt modelId="{B54AFED3-4D81-4A27-A8A8-5F050439E98D}" type="pres">
      <dgm:prSet presAssocID="{14BB8EF0-CAC8-4B99-9D3A-7553DC5EF559}" presName="sibTrans" presStyleCnt="0"/>
      <dgm:spPr/>
    </dgm:pt>
    <dgm:pt modelId="{BFA282B1-727F-4E69-8BC5-674B56C41778}" type="pres">
      <dgm:prSet presAssocID="{1E9A341A-D587-4276-BBEE-1E4EDEA2F59E}" presName="node" presStyleLbl="node1" presStyleIdx="1" presStyleCnt="7">
        <dgm:presLayoutVars>
          <dgm:bulletEnabled val="1"/>
        </dgm:presLayoutVars>
      </dgm:prSet>
      <dgm:spPr/>
    </dgm:pt>
    <dgm:pt modelId="{38373CA2-8D62-4A69-ADAD-B580373EC580}" type="pres">
      <dgm:prSet presAssocID="{0E10AA4F-6628-431D-8DE3-DC2B50682344}" presName="sibTrans" presStyleCnt="0"/>
      <dgm:spPr/>
    </dgm:pt>
    <dgm:pt modelId="{63045E96-73CE-429E-A88D-F95FF20D1D78}" type="pres">
      <dgm:prSet presAssocID="{A279ED67-75A9-414D-B4E3-0CCFBA19FB96}" presName="node" presStyleLbl="node1" presStyleIdx="2" presStyleCnt="7">
        <dgm:presLayoutVars>
          <dgm:bulletEnabled val="1"/>
        </dgm:presLayoutVars>
      </dgm:prSet>
      <dgm:spPr/>
    </dgm:pt>
    <dgm:pt modelId="{45913C66-D749-4B42-8651-497EEBA85BA6}" type="pres">
      <dgm:prSet presAssocID="{DFE11526-8F1D-43B3-A5BB-C39F61B35B6C}" presName="sibTrans" presStyleCnt="0"/>
      <dgm:spPr/>
    </dgm:pt>
    <dgm:pt modelId="{2FE1DE04-DAE6-460E-9B89-C4EA2BF34A41}" type="pres">
      <dgm:prSet presAssocID="{364C161A-C157-49F3-8B64-19CE41DF7AA4}" presName="node" presStyleLbl="node1" presStyleIdx="3" presStyleCnt="7">
        <dgm:presLayoutVars>
          <dgm:bulletEnabled val="1"/>
        </dgm:presLayoutVars>
      </dgm:prSet>
      <dgm:spPr/>
    </dgm:pt>
    <dgm:pt modelId="{5980F836-2BAD-417F-8D0F-A95883256525}" type="pres">
      <dgm:prSet presAssocID="{C9F81107-82B6-4CA9-A83D-9FF6CC95E54D}" presName="sibTrans" presStyleCnt="0"/>
      <dgm:spPr/>
    </dgm:pt>
    <dgm:pt modelId="{E6A0191E-5ED5-414B-9B76-FF38E94A74C7}" type="pres">
      <dgm:prSet presAssocID="{7DAC7112-E62E-40C9-87C9-9540D825DD6A}" presName="node" presStyleLbl="node1" presStyleIdx="4" presStyleCnt="7">
        <dgm:presLayoutVars>
          <dgm:bulletEnabled val="1"/>
        </dgm:presLayoutVars>
      </dgm:prSet>
      <dgm:spPr/>
    </dgm:pt>
    <dgm:pt modelId="{AB960572-F4CD-4EBA-897F-88A6678A1FB1}" type="pres">
      <dgm:prSet presAssocID="{02DE863C-E9A0-41A0-958F-6CE9B6B2CF89}" presName="sibTrans" presStyleCnt="0"/>
      <dgm:spPr/>
    </dgm:pt>
    <dgm:pt modelId="{25F8DF14-3F48-4FC7-82CF-07E2472EFE4E}" type="pres">
      <dgm:prSet presAssocID="{18403CD2-AB11-4A42-A698-4D0BCBEE07D5}" presName="node" presStyleLbl="node1" presStyleIdx="5" presStyleCnt="7">
        <dgm:presLayoutVars>
          <dgm:bulletEnabled val="1"/>
        </dgm:presLayoutVars>
      </dgm:prSet>
      <dgm:spPr/>
    </dgm:pt>
    <dgm:pt modelId="{A21CFD1B-7CA8-4EC6-A946-3C883908440C}" type="pres">
      <dgm:prSet presAssocID="{DE7047B0-D720-43C3-949C-2F2A369E1BDD}" presName="sibTrans" presStyleCnt="0"/>
      <dgm:spPr/>
    </dgm:pt>
    <dgm:pt modelId="{61DD35B6-B686-4E6E-AB1B-2367CEBD91D4}" type="pres">
      <dgm:prSet presAssocID="{4A5EBFE5-0110-417A-A3FF-1EAE846D1AF3}" presName="node" presStyleLbl="node1" presStyleIdx="6" presStyleCnt="7">
        <dgm:presLayoutVars>
          <dgm:bulletEnabled val="1"/>
        </dgm:presLayoutVars>
      </dgm:prSet>
      <dgm:spPr/>
    </dgm:pt>
  </dgm:ptLst>
  <dgm:cxnLst>
    <dgm:cxn modelId="{B860F916-1BA4-4C64-B92A-57D7896F2491}" srcId="{9AA23CB0-ABD4-4571-B45E-B29EECC79E7C}" destId="{A279ED67-75A9-414D-B4E3-0CCFBA19FB96}" srcOrd="2" destOrd="0" parTransId="{D2858A7E-0D3C-44F6-9EFF-C1713247A9DB}" sibTransId="{DFE11526-8F1D-43B3-A5BB-C39F61B35B6C}"/>
    <dgm:cxn modelId="{56ED151E-7E77-4F61-A3AA-971073CDC691}" srcId="{9AA23CB0-ABD4-4571-B45E-B29EECC79E7C}" destId="{4A5EBFE5-0110-417A-A3FF-1EAE846D1AF3}" srcOrd="6" destOrd="0" parTransId="{9831DF9E-9FDD-49C5-A298-7FA06568D346}" sibTransId="{50974145-6387-4487-9CC8-5AC9699D5A1C}"/>
    <dgm:cxn modelId="{2C966820-79B5-4BD2-932F-C2FD066CEE5F}" srcId="{9AA23CB0-ABD4-4571-B45E-B29EECC79E7C}" destId="{7DAC7112-E62E-40C9-87C9-9540D825DD6A}" srcOrd="4" destOrd="0" parTransId="{A77BE035-8F67-4FF2-929F-D4CAE3CDAB6B}" sibTransId="{02DE863C-E9A0-41A0-958F-6CE9B6B2CF89}"/>
    <dgm:cxn modelId="{D229984A-6C99-4835-9845-3060475FDDBA}" type="presOf" srcId="{A279ED67-75A9-414D-B4E3-0CCFBA19FB96}" destId="{63045E96-73CE-429E-A88D-F95FF20D1D78}" srcOrd="0" destOrd="0" presId="urn:microsoft.com/office/officeart/2005/8/layout/default"/>
    <dgm:cxn modelId="{735F0971-ED7C-4344-BDE7-366210877DF3}" type="presOf" srcId="{1E9A341A-D587-4276-BBEE-1E4EDEA2F59E}" destId="{BFA282B1-727F-4E69-8BC5-674B56C41778}" srcOrd="0" destOrd="0" presId="urn:microsoft.com/office/officeart/2005/8/layout/default"/>
    <dgm:cxn modelId="{E0F7DB5A-F8B7-4E24-B2F4-38D8D3E34484}" srcId="{9AA23CB0-ABD4-4571-B45E-B29EECC79E7C}" destId="{18403CD2-AB11-4A42-A698-4D0BCBEE07D5}" srcOrd="5" destOrd="0" parTransId="{54341B60-1C3C-4C95-AF68-8463010BEBFA}" sibTransId="{DE7047B0-D720-43C3-949C-2F2A369E1BDD}"/>
    <dgm:cxn modelId="{2DD5F87B-E00C-464D-B56C-40C6868C2175}" type="presOf" srcId="{4A5EBFE5-0110-417A-A3FF-1EAE846D1AF3}" destId="{61DD35B6-B686-4E6E-AB1B-2367CEBD91D4}" srcOrd="0" destOrd="0" presId="urn:microsoft.com/office/officeart/2005/8/layout/default"/>
    <dgm:cxn modelId="{31DC4E88-33B4-4CD1-82D7-0A9E0E24829F}" type="presOf" srcId="{18403CD2-AB11-4A42-A698-4D0BCBEE07D5}" destId="{25F8DF14-3F48-4FC7-82CF-07E2472EFE4E}" srcOrd="0" destOrd="0" presId="urn:microsoft.com/office/officeart/2005/8/layout/default"/>
    <dgm:cxn modelId="{8E50BF92-513B-4480-81D2-277FED6FAD1D}" srcId="{9AA23CB0-ABD4-4571-B45E-B29EECC79E7C}" destId="{1E9A341A-D587-4276-BBEE-1E4EDEA2F59E}" srcOrd="1" destOrd="0" parTransId="{C36081CB-3E60-4A00-A891-55FE7287E174}" sibTransId="{0E10AA4F-6628-431D-8DE3-DC2B50682344}"/>
    <dgm:cxn modelId="{EB2665A6-6B90-45B5-829E-437B2CD2867C}" type="presOf" srcId="{7DAC7112-E62E-40C9-87C9-9540D825DD6A}" destId="{E6A0191E-5ED5-414B-9B76-FF38E94A74C7}" srcOrd="0" destOrd="0" presId="urn:microsoft.com/office/officeart/2005/8/layout/default"/>
    <dgm:cxn modelId="{F1EC38A9-A31A-4CD1-BC46-4CE4FFBB1FAF}" type="presOf" srcId="{364C161A-C157-49F3-8B64-19CE41DF7AA4}" destId="{2FE1DE04-DAE6-460E-9B89-C4EA2BF34A41}" srcOrd="0" destOrd="0" presId="urn:microsoft.com/office/officeart/2005/8/layout/default"/>
    <dgm:cxn modelId="{C6443BB6-3BE2-40FB-9906-D1389BD45A86}" srcId="{9AA23CB0-ABD4-4571-B45E-B29EECC79E7C}" destId="{7840ADEA-EED5-4366-9437-18E10C269ECC}" srcOrd="0" destOrd="0" parTransId="{C66A49A8-AB5E-4317-BF4B-00480D33DE8C}" sibTransId="{14BB8EF0-CAC8-4B99-9D3A-7553DC5EF559}"/>
    <dgm:cxn modelId="{74CD64C0-44ED-4089-B041-01DB6E946C1F}" type="presOf" srcId="{7840ADEA-EED5-4366-9437-18E10C269ECC}" destId="{AE9654F9-619C-4D94-9EDB-05F5BD831C20}" srcOrd="0" destOrd="0" presId="urn:microsoft.com/office/officeart/2005/8/layout/default"/>
    <dgm:cxn modelId="{928B22F2-8639-45C9-A2A1-B8A2E8AC10C5}" srcId="{9AA23CB0-ABD4-4571-B45E-B29EECC79E7C}" destId="{364C161A-C157-49F3-8B64-19CE41DF7AA4}" srcOrd="3" destOrd="0" parTransId="{B54E6332-83A8-4056-90B1-016E25F61330}" sibTransId="{C9F81107-82B6-4CA9-A83D-9FF6CC95E54D}"/>
    <dgm:cxn modelId="{67784EFD-9464-468E-A977-A30DD38AEF1B}" type="presOf" srcId="{9AA23CB0-ABD4-4571-B45E-B29EECC79E7C}" destId="{7921B9D9-ECCA-4E49-8A42-6DEE42F1F032}" srcOrd="0" destOrd="0" presId="urn:microsoft.com/office/officeart/2005/8/layout/default"/>
    <dgm:cxn modelId="{7CC698A0-0828-4385-8922-00B4E9C8CCBC}" type="presParOf" srcId="{7921B9D9-ECCA-4E49-8A42-6DEE42F1F032}" destId="{AE9654F9-619C-4D94-9EDB-05F5BD831C20}" srcOrd="0" destOrd="0" presId="urn:microsoft.com/office/officeart/2005/8/layout/default"/>
    <dgm:cxn modelId="{27777E41-A90C-4BB5-B079-F33BD74E28E7}" type="presParOf" srcId="{7921B9D9-ECCA-4E49-8A42-6DEE42F1F032}" destId="{B54AFED3-4D81-4A27-A8A8-5F050439E98D}" srcOrd="1" destOrd="0" presId="urn:microsoft.com/office/officeart/2005/8/layout/default"/>
    <dgm:cxn modelId="{CC10864C-5294-43A9-B673-01F8B02063FD}" type="presParOf" srcId="{7921B9D9-ECCA-4E49-8A42-6DEE42F1F032}" destId="{BFA282B1-727F-4E69-8BC5-674B56C41778}" srcOrd="2" destOrd="0" presId="urn:microsoft.com/office/officeart/2005/8/layout/default"/>
    <dgm:cxn modelId="{53610C1D-B2E7-4E5E-8344-0DD822D3C3F8}" type="presParOf" srcId="{7921B9D9-ECCA-4E49-8A42-6DEE42F1F032}" destId="{38373CA2-8D62-4A69-ADAD-B580373EC580}" srcOrd="3" destOrd="0" presId="urn:microsoft.com/office/officeart/2005/8/layout/default"/>
    <dgm:cxn modelId="{3DE86720-6E4C-435B-A6DF-4BE89B1258F8}" type="presParOf" srcId="{7921B9D9-ECCA-4E49-8A42-6DEE42F1F032}" destId="{63045E96-73CE-429E-A88D-F95FF20D1D78}" srcOrd="4" destOrd="0" presId="urn:microsoft.com/office/officeart/2005/8/layout/default"/>
    <dgm:cxn modelId="{F0118797-449E-48D1-8755-830A8C434F92}" type="presParOf" srcId="{7921B9D9-ECCA-4E49-8A42-6DEE42F1F032}" destId="{45913C66-D749-4B42-8651-497EEBA85BA6}" srcOrd="5" destOrd="0" presId="urn:microsoft.com/office/officeart/2005/8/layout/default"/>
    <dgm:cxn modelId="{74A3179E-7A45-4649-827A-DA18224E24C7}" type="presParOf" srcId="{7921B9D9-ECCA-4E49-8A42-6DEE42F1F032}" destId="{2FE1DE04-DAE6-460E-9B89-C4EA2BF34A41}" srcOrd="6" destOrd="0" presId="urn:microsoft.com/office/officeart/2005/8/layout/default"/>
    <dgm:cxn modelId="{B1CD7193-A6D9-4FCE-8610-AF18653CCFF6}" type="presParOf" srcId="{7921B9D9-ECCA-4E49-8A42-6DEE42F1F032}" destId="{5980F836-2BAD-417F-8D0F-A95883256525}" srcOrd="7" destOrd="0" presId="urn:microsoft.com/office/officeart/2005/8/layout/default"/>
    <dgm:cxn modelId="{31E1578E-8DA0-4AF0-A93B-9502968D370E}" type="presParOf" srcId="{7921B9D9-ECCA-4E49-8A42-6DEE42F1F032}" destId="{E6A0191E-5ED5-414B-9B76-FF38E94A74C7}" srcOrd="8" destOrd="0" presId="urn:microsoft.com/office/officeart/2005/8/layout/default"/>
    <dgm:cxn modelId="{C6808DD2-7A48-486E-B79F-EB60E78F7347}" type="presParOf" srcId="{7921B9D9-ECCA-4E49-8A42-6DEE42F1F032}" destId="{AB960572-F4CD-4EBA-897F-88A6678A1FB1}" srcOrd="9" destOrd="0" presId="urn:microsoft.com/office/officeart/2005/8/layout/default"/>
    <dgm:cxn modelId="{511A2349-9D0F-47D4-848A-33FEF35E7004}" type="presParOf" srcId="{7921B9D9-ECCA-4E49-8A42-6DEE42F1F032}" destId="{25F8DF14-3F48-4FC7-82CF-07E2472EFE4E}" srcOrd="10" destOrd="0" presId="urn:microsoft.com/office/officeart/2005/8/layout/default"/>
    <dgm:cxn modelId="{A0961A65-BC5E-4B98-9B92-BD88F486C07F}" type="presParOf" srcId="{7921B9D9-ECCA-4E49-8A42-6DEE42F1F032}" destId="{A21CFD1B-7CA8-4EC6-A946-3C883908440C}" srcOrd="11" destOrd="0" presId="urn:microsoft.com/office/officeart/2005/8/layout/default"/>
    <dgm:cxn modelId="{7E3C7F3A-6C8E-4C93-AE7D-1C33162FDA2C}" type="presParOf" srcId="{7921B9D9-ECCA-4E49-8A42-6DEE42F1F032}" destId="{61DD35B6-B686-4E6E-AB1B-2367CEBD91D4}"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01F02F5-1F63-4D97-9249-ABBA74D9C88D}" type="doc">
      <dgm:prSet loTypeId="urn:microsoft.com/office/officeart/2005/8/layout/default" loCatId="list" qsTypeId="urn:microsoft.com/office/officeart/2005/8/quickstyle/simple4" qsCatId="simple" csTypeId="urn:microsoft.com/office/officeart/2005/8/colors/colorful2" csCatId="colorful"/>
      <dgm:spPr/>
      <dgm:t>
        <a:bodyPr/>
        <a:lstStyle/>
        <a:p>
          <a:endParaRPr lang="en-US"/>
        </a:p>
      </dgm:t>
    </dgm:pt>
    <dgm:pt modelId="{963BADD6-E0CC-4E1E-91DD-6B62E3A531E9}">
      <dgm:prSet/>
      <dgm:spPr/>
      <dgm:t>
        <a:bodyPr/>
        <a:lstStyle/>
        <a:p>
          <a:r>
            <a:rPr lang="en-US"/>
            <a:t>• Quarta Conferenza Mondiale sulle Donne, ONU.</a:t>
          </a:r>
        </a:p>
      </dgm:t>
    </dgm:pt>
    <dgm:pt modelId="{72329C0B-F27E-4213-91B2-54241DD492D8}" type="parTrans" cxnId="{FFBACC0E-E8C8-4F6D-802D-DF05F1602528}">
      <dgm:prSet/>
      <dgm:spPr/>
      <dgm:t>
        <a:bodyPr/>
        <a:lstStyle/>
        <a:p>
          <a:endParaRPr lang="en-US"/>
        </a:p>
      </dgm:t>
    </dgm:pt>
    <dgm:pt modelId="{11C7EDB6-5EE1-42C1-B679-4255153FE579}" type="sibTrans" cxnId="{FFBACC0E-E8C8-4F6D-802D-DF05F1602528}">
      <dgm:prSet/>
      <dgm:spPr/>
      <dgm:t>
        <a:bodyPr/>
        <a:lstStyle/>
        <a:p>
          <a:endParaRPr lang="en-US"/>
        </a:p>
      </dgm:t>
    </dgm:pt>
    <dgm:pt modelId="{AA3C9138-1DF4-4FF7-A985-4F7D8D6EA389}">
      <dgm:prSet/>
      <dgm:spPr/>
      <dgm:t>
        <a:bodyPr/>
        <a:lstStyle/>
        <a:p>
          <a:r>
            <a:rPr lang="en-US"/>
            <a:t>• Adozione della Piattaforma d'Azione di Pechino.</a:t>
          </a:r>
        </a:p>
      </dgm:t>
    </dgm:pt>
    <dgm:pt modelId="{C1D3B157-EC86-4B16-AFB3-B76D86DA5DAA}" type="parTrans" cxnId="{FDB3E926-E361-41CF-98FD-8C9E921FE2A0}">
      <dgm:prSet/>
      <dgm:spPr/>
      <dgm:t>
        <a:bodyPr/>
        <a:lstStyle/>
        <a:p>
          <a:endParaRPr lang="en-US"/>
        </a:p>
      </dgm:t>
    </dgm:pt>
    <dgm:pt modelId="{E395EDE8-AC1D-4774-B8EB-44CB45B874A6}" type="sibTrans" cxnId="{FDB3E926-E361-41CF-98FD-8C9E921FE2A0}">
      <dgm:prSet/>
      <dgm:spPr/>
      <dgm:t>
        <a:bodyPr/>
        <a:lstStyle/>
        <a:p>
          <a:endParaRPr lang="en-US"/>
        </a:p>
      </dgm:t>
    </dgm:pt>
    <dgm:pt modelId="{2DCD2708-AC3B-41BF-A55D-24930294DC6F}">
      <dgm:prSet/>
      <dgm:spPr/>
      <dgm:t>
        <a:bodyPr/>
        <a:lstStyle/>
        <a:p>
          <a:r>
            <a:rPr lang="en-US"/>
            <a:t>• 12 aree critiche di intervento (es. violenza, educazione, politica).</a:t>
          </a:r>
        </a:p>
      </dgm:t>
    </dgm:pt>
    <dgm:pt modelId="{15C978C6-F2AB-4DD6-BCA7-4AE8EF1F8F57}" type="parTrans" cxnId="{43E85945-22FD-49EA-A137-F0990D34CE74}">
      <dgm:prSet/>
      <dgm:spPr/>
      <dgm:t>
        <a:bodyPr/>
        <a:lstStyle/>
        <a:p>
          <a:endParaRPr lang="en-US"/>
        </a:p>
      </dgm:t>
    </dgm:pt>
    <dgm:pt modelId="{78F83EBB-F84A-4978-9477-BD5EF8E7ED43}" type="sibTrans" cxnId="{43E85945-22FD-49EA-A137-F0990D34CE74}">
      <dgm:prSet/>
      <dgm:spPr/>
      <dgm:t>
        <a:bodyPr/>
        <a:lstStyle/>
        <a:p>
          <a:endParaRPr lang="en-US"/>
        </a:p>
      </dgm:t>
    </dgm:pt>
    <dgm:pt modelId="{C8B8268F-C6B0-47A6-A78B-774ECF8C0322}">
      <dgm:prSet/>
      <dgm:spPr/>
      <dgm:t>
        <a:bodyPr/>
        <a:lstStyle/>
        <a:p>
          <a:r>
            <a:rPr lang="en-US"/>
            <a:t>• Riconoscimento globale delle disuguaglianze di genere.</a:t>
          </a:r>
        </a:p>
      </dgm:t>
    </dgm:pt>
    <dgm:pt modelId="{C2653AE8-1DA5-45D0-A324-C23078BA9BD0}" type="parTrans" cxnId="{CFCA1517-CD2F-4CD9-ABA6-BA0F36F4D731}">
      <dgm:prSet/>
      <dgm:spPr/>
      <dgm:t>
        <a:bodyPr/>
        <a:lstStyle/>
        <a:p>
          <a:endParaRPr lang="en-US"/>
        </a:p>
      </dgm:t>
    </dgm:pt>
    <dgm:pt modelId="{B48B540B-61E4-4F5A-9E9E-219E7F8019A7}" type="sibTrans" cxnId="{CFCA1517-CD2F-4CD9-ABA6-BA0F36F4D731}">
      <dgm:prSet/>
      <dgm:spPr/>
      <dgm:t>
        <a:bodyPr/>
        <a:lstStyle/>
        <a:p>
          <a:endParaRPr lang="en-US"/>
        </a:p>
      </dgm:t>
    </dgm:pt>
    <dgm:pt modelId="{F8C69A55-E600-416E-B36F-C05CC78CE83C}">
      <dgm:prSet/>
      <dgm:spPr/>
      <dgm:t>
        <a:bodyPr/>
        <a:lstStyle/>
        <a:p>
          <a:r>
            <a:rPr lang="en-US"/>
            <a:t>• Impegno degli Stati per politiche attive e trasformative.</a:t>
          </a:r>
        </a:p>
      </dgm:t>
    </dgm:pt>
    <dgm:pt modelId="{40A683AE-FEB1-4686-90F8-830390B619B2}" type="parTrans" cxnId="{457073D8-CEFB-4314-8064-7612426EE8E7}">
      <dgm:prSet/>
      <dgm:spPr/>
      <dgm:t>
        <a:bodyPr/>
        <a:lstStyle/>
        <a:p>
          <a:endParaRPr lang="en-US"/>
        </a:p>
      </dgm:t>
    </dgm:pt>
    <dgm:pt modelId="{D3EBE133-FA5F-4090-8093-9716770A173B}" type="sibTrans" cxnId="{457073D8-CEFB-4314-8064-7612426EE8E7}">
      <dgm:prSet/>
      <dgm:spPr/>
      <dgm:t>
        <a:bodyPr/>
        <a:lstStyle/>
        <a:p>
          <a:endParaRPr lang="en-US"/>
        </a:p>
      </dgm:t>
    </dgm:pt>
    <dgm:pt modelId="{58907E68-90BB-44FA-A928-18EF1543B933}" type="pres">
      <dgm:prSet presAssocID="{701F02F5-1F63-4D97-9249-ABBA74D9C88D}" presName="diagram" presStyleCnt="0">
        <dgm:presLayoutVars>
          <dgm:dir/>
          <dgm:resizeHandles val="exact"/>
        </dgm:presLayoutVars>
      </dgm:prSet>
      <dgm:spPr/>
    </dgm:pt>
    <dgm:pt modelId="{EA6A28FE-FA19-4295-84F5-4DF678C91EAC}" type="pres">
      <dgm:prSet presAssocID="{963BADD6-E0CC-4E1E-91DD-6B62E3A531E9}" presName="node" presStyleLbl="node1" presStyleIdx="0" presStyleCnt="5">
        <dgm:presLayoutVars>
          <dgm:bulletEnabled val="1"/>
        </dgm:presLayoutVars>
      </dgm:prSet>
      <dgm:spPr/>
    </dgm:pt>
    <dgm:pt modelId="{E35CA209-EE92-4FBA-BEE0-97996FDEDA33}" type="pres">
      <dgm:prSet presAssocID="{11C7EDB6-5EE1-42C1-B679-4255153FE579}" presName="sibTrans" presStyleCnt="0"/>
      <dgm:spPr/>
    </dgm:pt>
    <dgm:pt modelId="{FC441CC4-CA45-48DE-8BAE-96182A5B8B1D}" type="pres">
      <dgm:prSet presAssocID="{AA3C9138-1DF4-4FF7-A985-4F7D8D6EA389}" presName="node" presStyleLbl="node1" presStyleIdx="1" presStyleCnt="5">
        <dgm:presLayoutVars>
          <dgm:bulletEnabled val="1"/>
        </dgm:presLayoutVars>
      </dgm:prSet>
      <dgm:spPr/>
    </dgm:pt>
    <dgm:pt modelId="{A8B407E5-9989-4E57-8E8F-F9DF94773543}" type="pres">
      <dgm:prSet presAssocID="{E395EDE8-AC1D-4774-B8EB-44CB45B874A6}" presName="sibTrans" presStyleCnt="0"/>
      <dgm:spPr/>
    </dgm:pt>
    <dgm:pt modelId="{BDC84B49-8319-4A59-85C6-9AFB00F6A5AA}" type="pres">
      <dgm:prSet presAssocID="{2DCD2708-AC3B-41BF-A55D-24930294DC6F}" presName="node" presStyleLbl="node1" presStyleIdx="2" presStyleCnt="5">
        <dgm:presLayoutVars>
          <dgm:bulletEnabled val="1"/>
        </dgm:presLayoutVars>
      </dgm:prSet>
      <dgm:spPr/>
    </dgm:pt>
    <dgm:pt modelId="{CAF845B8-E47B-46AA-97B4-47559340BA3A}" type="pres">
      <dgm:prSet presAssocID="{78F83EBB-F84A-4978-9477-BD5EF8E7ED43}" presName="sibTrans" presStyleCnt="0"/>
      <dgm:spPr/>
    </dgm:pt>
    <dgm:pt modelId="{B34D4EA5-3C84-4D4E-9E16-CF6335178715}" type="pres">
      <dgm:prSet presAssocID="{C8B8268F-C6B0-47A6-A78B-774ECF8C0322}" presName="node" presStyleLbl="node1" presStyleIdx="3" presStyleCnt="5">
        <dgm:presLayoutVars>
          <dgm:bulletEnabled val="1"/>
        </dgm:presLayoutVars>
      </dgm:prSet>
      <dgm:spPr/>
    </dgm:pt>
    <dgm:pt modelId="{68B8A31A-7628-40EA-84D0-F43909EA2F0B}" type="pres">
      <dgm:prSet presAssocID="{B48B540B-61E4-4F5A-9E9E-219E7F8019A7}" presName="sibTrans" presStyleCnt="0"/>
      <dgm:spPr/>
    </dgm:pt>
    <dgm:pt modelId="{FFDB44C5-239F-4054-97A2-245E1DC4D327}" type="pres">
      <dgm:prSet presAssocID="{F8C69A55-E600-416E-B36F-C05CC78CE83C}" presName="node" presStyleLbl="node1" presStyleIdx="4" presStyleCnt="5">
        <dgm:presLayoutVars>
          <dgm:bulletEnabled val="1"/>
        </dgm:presLayoutVars>
      </dgm:prSet>
      <dgm:spPr/>
    </dgm:pt>
  </dgm:ptLst>
  <dgm:cxnLst>
    <dgm:cxn modelId="{DAC1820A-ACC0-406B-82C8-97A535279749}" type="presOf" srcId="{701F02F5-1F63-4D97-9249-ABBA74D9C88D}" destId="{58907E68-90BB-44FA-A928-18EF1543B933}" srcOrd="0" destOrd="0" presId="urn:microsoft.com/office/officeart/2005/8/layout/default"/>
    <dgm:cxn modelId="{FFBACC0E-E8C8-4F6D-802D-DF05F1602528}" srcId="{701F02F5-1F63-4D97-9249-ABBA74D9C88D}" destId="{963BADD6-E0CC-4E1E-91DD-6B62E3A531E9}" srcOrd="0" destOrd="0" parTransId="{72329C0B-F27E-4213-91B2-54241DD492D8}" sibTransId="{11C7EDB6-5EE1-42C1-B679-4255153FE579}"/>
    <dgm:cxn modelId="{34AE0915-37ED-4A7F-BF66-D4C4000D4AE5}" type="presOf" srcId="{F8C69A55-E600-416E-B36F-C05CC78CE83C}" destId="{FFDB44C5-239F-4054-97A2-245E1DC4D327}" srcOrd="0" destOrd="0" presId="urn:microsoft.com/office/officeart/2005/8/layout/default"/>
    <dgm:cxn modelId="{CFCA1517-CD2F-4CD9-ABA6-BA0F36F4D731}" srcId="{701F02F5-1F63-4D97-9249-ABBA74D9C88D}" destId="{C8B8268F-C6B0-47A6-A78B-774ECF8C0322}" srcOrd="3" destOrd="0" parTransId="{C2653AE8-1DA5-45D0-A324-C23078BA9BD0}" sibTransId="{B48B540B-61E4-4F5A-9E9E-219E7F8019A7}"/>
    <dgm:cxn modelId="{FDB3E926-E361-41CF-98FD-8C9E921FE2A0}" srcId="{701F02F5-1F63-4D97-9249-ABBA74D9C88D}" destId="{AA3C9138-1DF4-4FF7-A985-4F7D8D6EA389}" srcOrd="1" destOrd="0" parTransId="{C1D3B157-EC86-4B16-AFB3-B76D86DA5DAA}" sibTransId="{E395EDE8-AC1D-4774-B8EB-44CB45B874A6}"/>
    <dgm:cxn modelId="{1FE9145F-F9FF-4BF1-9649-15C89DC600B0}" type="presOf" srcId="{AA3C9138-1DF4-4FF7-A985-4F7D8D6EA389}" destId="{FC441CC4-CA45-48DE-8BAE-96182A5B8B1D}" srcOrd="0" destOrd="0" presId="urn:microsoft.com/office/officeart/2005/8/layout/default"/>
    <dgm:cxn modelId="{43E85945-22FD-49EA-A137-F0990D34CE74}" srcId="{701F02F5-1F63-4D97-9249-ABBA74D9C88D}" destId="{2DCD2708-AC3B-41BF-A55D-24930294DC6F}" srcOrd="2" destOrd="0" parTransId="{15C978C6-F2AB-4DD6-BCA7-4AE8EF1F8F57}" sibTransId="{78F83EBB-F84A-4978-9477-BD5EF8E7ED43}"/>
    <dgm:cxn modelId="{D8B810B6-19EC-4DFD-B853-BDF4B3FF43FD}" type="presOf" srcId="{2DCD2708-AC3B-41BF-A55D-24930294DC6F}" destId="{BDC84B49-8319-4A59-85C6-9AFB00F6A5AA}" srcOrd="0" destOrd="0" presId="urn:microsoft.com/office/officeart/2005/8/layout/default"/>
    <dgm:cxn modelId="{0DE645C7-3C7D-4BDC-9254-A18BE225C8E1}" type="presOf" srcId="{963BADD6-E0CC-4E1E-91DD-6B62E3A531E9}" destId="{EA6A28FE-FA19-4295-84F5-4DF678C91EAC}" srcOrd="0" destOrd="0" presId="urn:microsoft.com/office/officeart/2005/8/layout/default"/>
    <dgm:cxn modelId="{407FFCC7-C23E-406D-B3EF-BE0C962966A3}" type="presOf" srcId="{C8B8268F-C6B0-47A6-A78B-774ECF8C0322}" destId="{B34D4EA5-3C84-4D4E-9E16-CF6335178715}" srcOrd="0" destOrd="0" presId="urn:microsoft.com/office/officeart/2005/8/layout/default"/>
    <dgm:cxn modelId="{457073D8-CEFB-4314-8064-7612426EE8E7}" srcId="{701F02F5-1F63-4D97-9249-ABBA74D9C88D}" destId="{F8C69A55-E600-416E-B36F-C05CC78CE83C}" srcOrd="4" destOrd="0" parTransId="{40A683AE-FEB1-4686-90F8-830390B619B2}" sibTransId="{D3EBE133-FA5F-4090-8093-9716770A173B}"/>
    <dgm:cxn modelId="{43EAFD71-5E9C-4A0B-8AC4-8635F30F3EBE}" type="presParOf" srcId="{58907E68-90BB-44FA-A928-18EF1543B933}" destId="{EA6A28FE-FA19-4295-84F5-4DF678C91EAC}" srcOrd="0" destOrd="0" presId="urn:microsoft.com/office/officeart/2005/8/layout/default"/>
    <dgm:cxn modelId="{A306D2A6-BF7C-4DC8-8EFE-7E4A065F5677}" type="presParOf" srcId="{58907E68-90BB-44FA-A928-18EF1543B933}" destId="{E35CA209-EE92-4FBA-BEE0-97996FDEDA33}" srcOrd="1" destOrd="0" presId="urn:microsoft.com/office/officeart/2005/8/layout/default"/>
    <dgm:cxn modelId="{1463889B-CC19-49EF-A6DF-AB391ED69E10}" type="presParOf" srcId="{58907E68-90BB-44FA-A928-18EF1543B933}" destId="{FC441CC4-CA45-48DE-8BAE-96182A5B8B1D}" srcOrd="2" destOrd="0" presId="urn:microsoft.com/office/officeart/2005/8/layout/default"/>
    <dgm:cxn modelId="{3461B2AC-6624-40A7-B033-C1FD649D0BA0}" type="presParOf" srcId="{58907E68-90BB-44FA-A928-18EF1543B933}" destId="{A8B407E5-9989-4E57-8E8F-F9DF94773543}" srcOrd="3" destOrd="0" presId="urn:microsoft.com/office/officeart/2005/8/layout/default"/>
    <dgm:cxn modelId="{EA027572-6106-416C-8502-DC4E8100D674}" type="presParOf" srcId="{58907E68-90BB-44FA-A928-18EF1543B933}" destId="{BDC84B49-8319-4A59-85C6-9AFB00F6A5AA}" srcOrd="4" destOrd="0" presId="urn:microsoft.com/office/officeart/2005/8/layout/default"/>
    <dgm:cxn modelId="{82082781-2641-4D0E-8D1E-E788BA13A7E3}" type="presParOf" srcId="{58907E68-90BB-44FA-A928-18EF1543B933}" destId="{CAF845B8-E47B-46AA-97B4-47559340BA3A}" srcOrd="5" destOrd="0" presId="urn:microsoft.com/office/officeart/2005/8/layout/default"/>
    <dgm:cxn modelId="{6E5F2D1C-CFF8-472D-AB30-30965E88BC47}" type="presParOf" srcId="{58907E68-90BB-44FA-A928-18EF1543B933}" destId="{B34D4EA5-3C84-4D4E-9E16-CF6335178715}" srcOrd="6" destOrd="0" presId="urn:microsoft.com/office/officeart/2005/8/layout/default"/>
    <dgm:cxn modelId="{4D0A0680-E133-453F-B1E2-BE1D9B21C413}" type="presParOf" srcId="{58907E68-90BB-44FA-A928-18EF1543B933}" destId="{68B8A31A-7628-40EA-84D0-F43909EA2F0B}" srcOrd="7" destOrd="0" presId="urn:microsoft.com/office/officeart/2005/8/layout/default"/>
    <dgm:cxn modelId="{B905CD3C-FABD-4A66-8EE1-D3AF785EF062}" type="presParOf" srcId="{58907E68-90BB-44FA-A928-18EF1543B933}" destId="{FFDB44C5-239F-4054-97A2-245E1DC4D327}"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7E50D63-B2E4-4A3D-BC77-16C5BE58829C}"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D40D4A5C-8068-44EC-87EA-93042AC4E3D8}">
      <dgm:prSet/>
      <dgm:spPr/>
      <dgm:t>
        <a:bodyPr/>
        <a:lstStyle/>
        <a:p>
          <a:r>
            <a:rPr lang="en-US"/>
            <a:t>• Definito a Pechino come strategia prioritaria.</a:t>
          </a:r>
        </a:p>
      </dgm:t>
    </dgm:pt>
    <dgm:pt modelId="{D5354E41-3841-4B0D-B831-11268327DE0F}" type="parTrans" cxnId="{5792726A-CA83-402C-9C2F-172A82D0A8A4}">
      <dgm:prSet/>
      <dgm:spPr/>
      <dgm:t>
        <a:bodyPr/>
        <a:lstStyle/>
        <a:p>
          <a:endParaRPr lang="en-US"/>
        </a:p>
      </dgm:t>
    </dgm:pt>
    <dgm:pt modelId="{F902173F-48E3-417E-AE7B-A952018719F0}" type="sibTrans" cxnId="{5792726A-CA83-402C-9C2F-172A82D0A8A4}">
      <dgm:prSet/>
      <dgm:spPr/>
      <dgm:t>
        <a:bodyPr/>
        <a:lstStyle/>
        <a:p>
          <a:endParaRPr lang="en-US"/>
        </a:p>
      </dgm:t>
    </dgm:pt>
    <dgm:pt modelId="{E9F77275-F74C-46F1-B687-063B9EDD07C4}">
      <dgm:prSet/>
      <dgm:spPr/>
      <dgm:t>
        <a:bodyPr/>
        <a:lstStyle/>
        <a:p>
          <a:r>
            <a:rPr lang="en-US"/>
            <a:t>• Integrare la prospettiva di genere in tutte le politiche pubbliche.</a:t>
          </a:r>
        </a:p>
      </dgm:t>
    </dgm:pt>
    <dgm:pt modelId="{A82C66D0-77A1-4043-81D5-A84E495061AA}" type="parTrans" cxnId="{ACEA7367-6BF5-4802-8768-EE3D853DB03B}">
      <dgm:prSet/>
      <dgm:spPr/>
      <dgm:t>
        <a:bodyPr/>
        <a:lstStyle/>
        <a:p>
          <a:endParaRPr lang="en-US"/>
        </a:p>
      </dgm:t>
    </dgm:pt>
    <dgm:pt modelId="{14044038-1E4B-407E-89F4-B13D5BD9516D}" type="sibTrans" cxnId="{ACEA7367-6BF5-4802-8768-EE3D853DB03B}">
      <dgm:prSet/>
      <dgm:spPr/>
      <dgm:t>
        <a:bodyPr/>
        <a:lstStyle/>
        <a:p>
          <a:endParaRPr lang="en-US"/>
        </a:p>
      </dgm:t>
    </dgm:pt>
    <dgm:pt modelId="{F9CDA6D6-D4F0-4F0D-949D-7C15E9D902AC}">
      <dgm:prSet/>
      <dgm:spPr/>
      <dgm:t>
        <a:bodyPr/>
        <a:lstStyle/>
        <a:p>
          <a:r>
            <a:rPr lang="en-US"/>
            <a:t>• Non politiche separate: cambiamento strutturale di tutte le decisioni.</a:t>
          </a:r>
        </a:p>
      </dgm:t>
    </dgm:pt>
    <dgm:pt modelId="{EA378402-0EFA-4EFB-BCB2-205260DA7749}" type="parTrans" cxnId="{718BD973-F951-4106-B34E-EF88E6D29A70}">
      <dgm:prSet/>
      <dgm:spPr/>
      <dgm:t>
        <a:bodyPr/>
        <a:lstStyle/>
        <a:p>
          <a:endParaRPr lang="en-US"/>
        </a:p>
      </dgm:t>
    </dgm:pt>
    <dgm:pt modelId="{A6E138CF-418E-47E0-BF8B-8A245A117E0B}" type="sibTrans" cxnId="{718BD973-F951-4106-B34E-EF88E6D29A70}">
      <dgm:prSet/>
      <dgm:spPr/>
      <dgm:t>
        <a:bodyPr/>
        <a:lstStyle/>
        <a:p>
          <a:endParaRPr lang="en-US"/>
        </a:p>
      </dgm:t>
    </dgm:pt>
    <dgm:pt modelId="{0465124D-4840-4FB5-A103-D0A35C16E0B1}">
      <dgm:prSet/>
      <dgm:spPr/>
      <dgm:t>
        <a:bodyPr/>
        <a:lstStyle/>
        <a:p>
          <a:r>
            <a:rPr lang="en-US"/>
            <a:t>• Obiettivo: uguaglianza sostanziale tra uomini e donne.</a:t>
          </a:r>
        </a:p>
      </dgm:t>
    </dgm:pt>
    <dgm:pt modelId="{296AAD4D-B008-4276-9BC1-854FB1E68F42}" type="parTrans" cxnId="{59DC70B9-4230-4016-9566-E6C6DA9D640C}">
      <dgm:prSet/>
      <dgm:spPr/>
      <dgm:t>
        <a:bodyPr/>
        <a:lstStyle/>
        <a:p>
          <a:endParaRPr lang="en-US"/>
        </a:p>
      </dgm:t>
    </dgm:pt>
    <dgm:pt modelId="{DC71A028-1C42-4423-A477-7282D70513EC}" type="sibTrans" cxnId="{59DC70B9-4230-4016-9566-E6C6DA9D640C}">
      <dgm:prSet/>
      <dgm:spPr/>
      <dgm:t>
        <a:bodyPr/>
        <a:lstStyle/>
        <a:p>
          <a:endParaRPr lang="en-US"/>
        </a:p>
      </dgm:t>
    </dgm:pt>
    <dgm:pt modelId="{0F72EC8A-A6C7-473D-BD48-001E599F9B9C}">
      <dgm:prSet/>
      <dgm:spPr/>
      <dgm:t>
        <a:bodyPr/>
        <a:lstStyle/>
        <a:p>
          <a:r>
            <a:rPr lang="en-US"/>
            <a:t>• Responsabilità condivisa tra tutte le istituzioni.</a:t>
          </a:r>
        </a:p>
      </dgm:t>
    </dgm:pt>
    <dgm:pt modelId="{AB49556A-9013-4334-A9FB-E178E10B10AA}" type="parTrans" cxnId="{8896D6FF-A78B-420A-AAF9-9EF8A00CF002}">
      <dgm:prSet/>
      <dgm:spPr/>
      <dgm:t>
        <a:bodyPr/>
        <a:lstStyle/>
        <a:p>
          <a:endParaRPr lang="en-US"/>
        </a:p>
      </dgm:t>
    </dgm:pt>
    <dgm:pt modelId="{44FC8D13-6873-443F-8DD5-20D4F73D42FC}" type="sibTrans" cxnId="{8896D6FF-A78B-420A-AAF9-9EF8A00CF002}">
      <dgm:prSet/>
      <dgm:spPr/>
      <dgm:t>
        <a:bodyPr/>
        <a:lstStyle/>
        <a:p>
          <a:endParaRPr lang="en-US"/>
        </a:p>
      </dgm:t>
    </dgm:pt>
    <dgm:pt modelId="{04A1886E-C04B-4BDD-A5F2-51C86E545C83}" type="pres">
      <dgm:prSet presAssocID="{B7E50D63-B2E4-4A3D-BC77-16C5BE58829C}" presName="linear" presStyleCnt="0">
        <dgm:presLayoutVars>
          <dgm:animLvl val="lvl"/>
          <dgm:resizeHandles val="exact"/>
        </dgm:presLayoutVars>
      </dgm:prSet>
      <dgm:spPr/>
    </dgm:pt>
    <dgm:pt modelId="{E3BACC45-D50E-49D4-860B-F274EA628285}" type="pres">
      <dgm:prSet presAssocID="{D40D4A5C-8068-44EC-87EA-93042AC4E3D8}" presName="parentText" presStyleLbl="node1" presStyleIdx="0" presStyleCnt="5">
        <dgm:presLayoutVars>
          <dgm:chMax val="0"/>
          <dgm:bulletEnabled val="1"/>
        </dgm:presLayoutVars>
      </dgm:prSet>
      <dgm:spPr/>
    </dgm:pt>
    <dgm:pt modelId="{60AC4EE1-EF33-4F5B-BB9D-0352054D27EC}" type="pres">
      <dgm:prSet presAssocID="{F902173F-48E3-417E-AE7B-A952018719F0}" presName="spacer" presStyleCnt="0"/>
      <dgm:spPr/>
    </dgm:pt>
    <dgm:pt modelId="{C0AFA560-0A77-4FB3-8FF4-FAEE8A25F29F}" type="pres">
      <dgm:prSet presAssocID="{E9F77275-F74C-46F1-B687-063B9EDD07C4}" presName="parentText" presStyleLbl="node1" presStyleIdx="1" presStyleCnt="5">
        <dgm:presLayoutVars>
          <dgm:chMax val="0"/>
          <dgm:bulletEnabled val="1"/>
        </dgm:presLayoutVars>
      </dgm:prSet>
      <dgm:spPr/>
    </dgm:pt>
    <dgm:pt modelId="{9AB555C6-54E5-4A58-A41F-D9182FEB4F06}" type="pres">
      <dgm:prSet presAssocID="{14044038-1E4B-407E-89F4-B13D5BD9516D}" presName="spacer" presStyleCnt="0"/>
      <dgm:spPr/>
    </dgm:pt>
    <dgm:pt modelId="{BE12D254-9A5D-4C97-A072-F6CB5C65345F}" type="pres">
      <dgm:prSet presAssocID="{F9CDA6D6-D4F0-4F0D-949D-7C15E9D902AC}" presName="parentText" presStyleLbl="node1" presStyleIdx="2" presStyleCnt="5">
        <dgm:presLayoutVars>
          <dgm:chMax val="0"/>
          <dgm:bulletEnabled val="1"/>
        </dgm:presLayoutVars>
      </dgm:prSet>
      <dgm:spPr/>
    </dgm:pt>
    <dgm:pt modelId="{A55908D1-7DA6-467E-81C0-546FE833B74A}" type="pres">
      <dgm:prSet presAssocID="{A6E138CF-418E-47E0-BF8B-8A245A117E0B}" presName="spacer" presStyleCnt="0"/>
      <dgm:spPr/>
    </dgm:pt>
    <dgm:pt modelId="{72D27A38-1737-4B16-9156-AC6693584949}" type="pres">
      <dgm:prSet presAssocID="{0465124D-4840-4FB5-A103-D0A35C16E0B1}" presName="parentText" presStyleLbl="node1" presStyleIdx="3" presStyleCnt="5">
        <dgm:presLayoutVars>
          <dgm:chMax val="0"/>
          <dgm:bulletEnabled val="1"/>
        </dgm:presLayoutVars>
      </dgm:prSet>
      <dgm:spPr/>
    </dgm:pt>
    <dgm:pt modelId="{1A716874-BBC5-4A97-BF38-44E033A67728}" type="pres">
      <dgm:prSet presAssocID="{DC71A028-1C42-4423-A477-7282D70513EC}" presName="spacer" presStyleCnt="0"/>
      <dgm:spPr/>
    </dgm:pt>
    <dgm:pt modelId="{0A0FD579-86FC-4E6D-989E-B3C8C43E7D9E}" type="pres">
      <dgm:prSet presAssocID="{0F72EC8A-A6C7-473D-BD48-001E599F9B9C}" presName="parentText" presStyleLbl="node1" presStyleIdx="4" presStyleCnt="5">
        <dgm:presLayoutVars>
          <dgm:chMax val="0"/>
          <dgm:bulletEnabled val="1"/>
        </dgm:presLayoutVars>
      </dgm:prSet>
      <dgm:spPr/>
    </dgm:pt>
  </dgm:ptLst>
  <dgm:cxnLst>
    <dgm:cxn modelId="{EE1E2826-1B62-4660-9EFF-98E7C7C4DC20}" type="presOf" srcId="{F9CDA6D6-D4F0-4F0D-949D-7C15E9D902AC}" destId="{BE12D254-9A5D-4C97-A072-F6CB5C65345F}" srcOrd="0" destOrd="0" presId="urn:microsoft.com/office/officeart/2005/8/layout/vList2"/>
    <dgm:cxn modelId="{40F43F67-624A-47FF-9C1C-9A3E3003DC32}" type="presOf" srcId="{0465124D-4840-4FB5-A103-D0A35C16E0B1}" destId="{72D27A38-1737-4B16-9156-AC6693584949}" srcOrd="0" destOrd="0" presId="urn:microsoft.com/office/officeart/2005/8/layout/vList2"/>
    <dgm:cxn modelId="{ACEA7367-6BF5-4802-8768-EE3D853DB03B}" srcId="{B7E50D63-B2E4-4A3D-BC77-16C5BE58829C}" destId="{E9F77275-F74C-46F1-B687-063B9EDD07C4}" srcOrd="1" destOrd="0" parTransId="{A82C66D0-77A1-4043-81D5-A84E495061AA}" sibTransId="{14044038-1E4B-407E-89F4-B13D5BD9516D}"/>
    <dgm:cxn modelId="{5792726A-CA83-402C-9C2F-172A82D0A8A4}" srcId="{B7E50D63-B2E4-4A3D-BC77-16C5BE58829C}" destId="{D40D4A5C-8068-44EC-87EA-93042AC4E3D8}" srcOrd="0" destOrd="0" parTransId="{D5354E41-3841-4B0D-B831-11268327DE0F}" sibTransId="{F902173F-48E3-417E-AE7B-A952018719F0}"/>
    <dgm:cxn modelId="{03BA426B-12E3-4F59-B519-E081EF147FFD}" type="presOf" srcId="{B7E50D63-B2E4-4A3D-BC77-16C5BE58829C}" destId="{04A1886E-C04B-4BDD-A5F2-51C86E545C83}" srcOrd="0" destOrd="0" presId="urn:microsoft.com/office/officeart/2005/8/layout/vList2"/>
    <dgm:cxn modelId="{6D35A56C-39BB-4BF5-A2CA-BD2BB7E30F45}" type="presOf" srcId="{0F72EC8A-A6C7-473D-BD48-001E599F9B9C}" destId="{0A0FD579-86FC-4E6D-989E-B3C8C43E7D9E}" srcOrd="0" destOrd="0" presId="urn:microsoft.com/office/officeart/2005/8/layout/vList2"/>
    <dgm:cxn modelId="{718BD973-F951-4106-B34E-EF88E6D29A70}" srcId="{B7E50D63-B2E4-4A3D-BC77-16C5BE58829C}" destId="{F9CDA6D6-D4F0-4F0D-949D-7C15E9D902AC}" srcOrd="2" destOrd="0" parTransId="{EA378402-0EFA-4EFB-BCB2-205260DA7749}" sibTransId="{A6E138CF-418E-47E0-BF8B-8A245A117E0B}"/>
    <dgm:cxn modelId="{4E4B6F96-1234-413A-881D-C186A0541FEB}" type="presOf" srcId="{D40D4A5C-8068-44EC-87EA-93042AC4E3D8}" destId="{E3BACC45-D50E-49D4-860B-F274EA628285}" srcOrd="0" destOrd="0" presId="urn:microsoft.com/office/officeart/2005/8/layout/vList2"/>
    <dgm:cxn modelId="{42F4C0A7-B27E-45B0-9D7D-05F4BA0FBFC1}" type="presOf" srcId="{E9F77275-F74C-46F1-B687-063B9EDD07C4}" destId="{C0AFA560-0A77-4FB3-8FF4-FAEE8A25F29F}" srcOrd="0" destOrd="0" presId="urn:microsoft.com/office/officeart/2005/8/layout/vList2"/>
    <dgm:cxn modelId="{59DC70B9-4230-4016-9566-E6C6DA9D640C}" srcId="{B7E50D63-B2E4-4A3D-BC77-16C5BE58829C}" destId="{0465124D-4840-4FB5-A103-D0A35C16E0B1}" srcOrd="3" destOrd="0" parTransId="{296AAD4D-B008-4276-9BC1-854FB1E68F42}" sibTransId="{DC71A028-1C42-4423-A477-7282D70513EC}"/>
    <dgm:cxn modelId="{8896D6FF-A78B-420A-AAF9-9EF8A00CF002}" srcId="{B7E50D63-B2E4-4A3D-BC77-16C5BE58829C}" destId="{0F72EC8A-A6C7-473D-BD48-001E599F9B9C}" srcOrd="4" destOrd="0" parTransId="{AB49556A-9013-4334-A9FB-E178E10B10AA}" sibTransId="{44FC8D13-6873-443F-8DD5-20D4F73D42FC}"/>
    <dgm:cxn modelId="{2EBBB076-AF45-402D-847E-13BE0D47FCC1}" type="presParOf" srcId="{04A1886E-C04B-4BDD-A5F2-51C86E545C83}" destId="{E3BACC45-D50E-49D4-860B-F274EA628285}" srcOrd="0" destOrd="0" presId="urn:microsoft.com/office/officeart/2005/8/layout/vList2"/>
    <dgm:cxn modelId="{58C6D4E1-A2A7-4440-B5DF-249C039E57BE}" type="presParOf" srcId="{04A1886E-C04B-4BDD-A5F2-51C86E545C83}" destId="{60AC4EE1-EF33-4F5B-BB9D-0352054D27EC}" srcOrd="1" destOrd="0" presId="urn:microsoft.com/office/officeart/2005/8/layout/vList2"/>
    <dgm:cxn modelId="{D722F54C-4DBC-4BF1-8968-70297D11443A}" type="presParOf" srcId="{04A1886E-C04B-4BDD-A5F2-51C86E545C83}" destId="{C0AFA560-0A77-4FB3-8FF4-FAEE8A25F29F}" srcOrd="2" destOrd="0" presId="urn:microsoft.com/office/officeart/2005/8/layout/vList2"/>
    <dgm:cxn modelId="{263B6066-813F-4E53-9F14-7CE2E6591659}" type="presParOf" srcId="{04A1886E-C04B-4BDD-A5F2-51C86E545C83}" destId="{9AB555C6-54E5-4A58-A41F-D9182FEB4F06}" srcOrd="3" destOrd="0" presId="urn:microsoft.com/office/officeart/2005/8/layout/vList2"/>
    <dgm:cxn modelId="{AE4E6C02-6838-4924-AC63-1EB7439EF8E1}" type="presParOf" srcId="{04A1886E-C04B-4BDD-A5F2-51C86E545C83}" destId="{BE12D254-9A5D-4C97-A072-F6CB5C65345F}" srcOrd="4" destOrd="0" presId="urn:microsoft.com/office/officeart/2005/8/layout/vList2"/>
    <dgm:cxn modelId="{F0695E67-5D30-4964-BD79-A356C376A682}" type="presParOf" srcId="{04A1886E-C04B-4BDD-A5F2-51C86E545C83}" destId="{A55908D1-7DA6-467E-81C0-546FE833B74A}" srcOrd="5" destOrd="0" presId="urn:microsoft.com/office/officeart/2005/8/layout/vList2"/>
    <dgm:cxn modelId="{8E167AC8-774B-4BB6-B601-03D8CF87C11F}" type="presParOf" srcId="{04A1886E-C04B-4BDD-A5F2-51C86E545C83}" destId="{72D27A38-1737-4B16-9156-AC6693584949}" srcOrd="6" destOrd="0" presId="urn:microsoft.com/office/officeart/2005/8/layout/vList2"/>
    <dgm:cxn modelId="{5613142B-D96E-4CA1-9263-5463403E908D}" type="presParOf" srcId="{04A1886E-C04B-4BDD-A5F2-51C86E545C83}" destId="{1A716874-BBC5-4A97-BF38-44E033A67728}" srcOrd="7" destOrd="0" presId="urn:microsoft.com/office/officeart/2005/8/layout/vList2"/>
    <dgm:cxn modelId="{CBECAD8E-1397-44EC-82D7-036D5B0CAF0C}" type="presParOf" srcId="{04A1886E-C04B-4BDD-A5F2-51C86E545C83}" destId="{0A0FD579-86FC-4E6D-989E-B3C8C43E7D9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D8365B8-ECC9-4BE9-B4E9-1010A1AD19ED}"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1ECEED20-63B9-4C0C-A539-9E64280B2DCE}">
      <dgm:prSet/>
      <dgm:spPr/>
      <dgm:t>
        <a:bodyPr/>
        <a:lstStyle/>
        <a:p>
          <a:r>
            <a:rPr lang="en-US"/>
            <a:t>Contrastare disuguaglianze</a:t>
          </a:r>
        </a:p>
      </dgm:t>
    </dgm:pt>
    <dgm:pt modelId="{5BBABA9C-22F8-4BC4-840D-EB9F8BA1126A}" type="parTrans" cxnId="{0FB74842-ECDA-4A59-A225-27E67044D533}">
      <dgm:prSet/>
      <dgm:spPr/>
      <dgm:t>
        <a:bodyPr/>
        <a:lstStyle/>
        <a:p>
          <a:endParaRPr lang="en-US"/>
        </a:p>
      </dgm:t>
    </dgm:pt>
    <dgm:pt modelId="{23CDF25D-643B-402F-A3CF-C74F267AE2FC}" type="sibTrans" cxnId="{0FB74842-ECDA-4A59-A225-27E67044D533}">
      <dgm:prSet/>
      <dgm:spPr/>
      <dgm:t>
        <a:bodyPr/>
        <a:lstStyle/>
        <a:p>
          <a:endParaRPr lang="en-US"/>
        </a:p>
      </dgm:t>
    </dgm:pt>
    <dgm:pt modelId="{3AF55021-73F1-4C93-9B4A-A46EB1267334}">
      <dgm:prSet/>
      <dgm:spPr/>
      <dgm:t>
        <a:bodyPr/>
        <a:lstStyle/>
        <a:p>
          <a:r>
            <a:rPr lang="en-US"/>
            <a:t>Promuovere inclusione</a:t>
          </a:r>
        </a:p>
      </dgm:t>
    </dgm:pt>
    <dgm:pt modelId="{6EF194E5-4338-4836-8D07-8EEF4F2B9799}" type="parTrans" cxnId="{2C3B371D-4173-4C00-BBA0-B24ECA3C6FDD}">
      <dgm:prSet/>
      <dgm:spPr/>
      <dgm:t>
        <a:bodyPr/>
        <a:lstStyle/>
        <a:p>
          <a:endParaRPr lang="en-US"/>
        </a:p>
      </dgm:t>
    </dgm:pt>
    <dgm:pt modelId="{9CABAD04-4D0A-4272-8FF7-6A064AA0BDBA}" type="sibTrans" cxnId="{2C3B371D-4173-4C00-BBA0-B24ECA3C6FDD}">
      <dgm:prSet/>
      <dgm:spPr/>
      <dgm:t>
        <a:bodyPr/>
        <a:lstStyle/>
        <a:p>
          <a:endParaRPr lang="en-US"/>
        </a:p>
      </dgm:t>
    </dgm:pt>
    <dgm:pt modelId="{454E397D-0A2D-46A6-AE3C-2898DB3047A1}">
      <dgm:prSet/>
      <dgm:spPr/>
      <dgm:t>
        <a:bodyPr/>
        <a:lstStyle/>
        <a:p>
          <a:r>
            <a:rPr lang="en-US"/>
            <a:t>Rafforzare democrazia e sviluppo.</a:t>
          </a:r>
        </a:p>
      </dgm:t>
    </dgm:pt>
    <dgm:pt modelId="{F5023EB9-623B-4E35-9C47-50F9F07A7C4B}" type="parTrans" cxnId="{74FB81F4-0DED-4D04-8682-96F2C2DE7CB3}">
      <dgm:prSet/>
      <dgm:spPr/>
      <dgm:t>
        <a:bodyPr/>
        <a:lstStyle/>
        <a:p>
          <a:endParaRPr lang="en-US"/>
        </a:p>
      </dgm:t>
    </dgm:pt>
    <dgm:pt modelId="{C5A08F7B-EB5E-48E5-9356-BD1EC7E3C822}" type="sibTrans" cxnId="{74FB81F4-0DED-4D04-8682-96F2C2DE7CB3}">
      <dgm:prSet/>
      <dgm:spPr/>
      <dgm:t>
        <a:bodyPr/>
        <a:lstStyle/>
        <a:p>
          <a:endParaRPr lang="en-US"/>
        </a:p>
      </dgm:t>
    </dgm:pt>
    <dgm:pt modelId="{25D46A32-C4FA-49B3-AF38-CAFB848E80FD}" type="pres">
      <dgm:prSet presAssocID="{AD8365B8-ECC9-4BE9-B4E9-1010A1AD19ED}" presName="linear" presStyleCnt="0">
        <dgm:presLayoutVars>
          <dgm:animLvl val="lvl"/>
          <dgm:resizeHandles val="exact"/>
        </dgm:presLayoutVars>
      </dgm:prSet>
      <dgm:spPr/>
    </dgm:pt>
    <dgm:pt modelId="{1F238A7C-00FD-47F7-8BD6-833C46C76A51}" type="pres">
      <dgm:prSet presAssocID="{1ECEED20-63B9-4C0C-A539-9E64280B2DCE}" presName="parentText" presStyleLbl="node1" presStyleIdx="0" presStyleCnt="3">
        <dgm:presLayoutVars>
          <dgm:chMax val="0"/>
          <dgm:bulletEnabled val="1"/>
        </dgm:presLayoutVars>
      </dgm:prSet>
      <dgm:spPr/>
    </dgm:pt>
    <dgm:pt modelId="{00B6F3EE-AA35-4E49-914F-118EE7848060}" type="pres">
      <dgm:prSet presAssocID="{23CDF25D-643B-402F-A3CF-C74F267AE2FC}" presName="spacer" presStyleCnt="0"/>
      <dgm:spPr/>
    </dgm:pt>
    <dgm:pt modelId="{7BFD9CCA-E1F1-477B-B47B-862BED572F61}" type="pres">
      <dgm:prSet presAssocID="{3AF55021-73F1-4C93-9B4A-A46EB1267334}" presName="parentText" presStyleLbl="node1" presStyleIdx="1" presStyleCnt="3">
        <dgm:presLayoutVars>
          <dgm:chMax val="0"/>
          <dgm:bulletEnabled val="1"/>
        </dgm:presLayoutVars>
      </dgm:prSet>
      <dgm:spPr/>
    </dgm:pt>
    <dgm:pt modelId="{0EBC2886-81CB-4EA2-8824-2C95CBB36936}" type="pres">
      <dgm:prSet presAssocID="{9CABAD04-4D0A-4272-8FF7-6A064AA0BDBA}" presName="spacer" presStyleCnt="0"/>
      <dgm:spPr/>
    </dgm:pt>
    <dgm:pt modelId="{14C3EB48-C018-4D52-BD29-145C288F1E29}" type="pres">
      <dgm:prSet presAssocID="{454E397D-0A2D-46A6-AE3C-2898DB3047A1}" presName="parentText" presStyleLbl="node1" presStyleIdx="2" presStyleCnt="3">
        <dgm:presLayoutVars>
          <dgm:chMax val="0"/>
          <dgm:bulletEnabled val="1"/>
        </dgm:presLayoutVars>
      </dgm:prSet>
      <dgm:spPr/>
    </dgm:pt>
  </dgm:ptLst>
  <dgm:cxnLst>
    <dgm:cxn modelId="{2C3B371D-4173-4C00-BBA0-B24ECA3C6FDD}" srcId="{AD8365B8-ECC9-4BE9-B4E9-1010A1AD19ED}" destId="{3AF55021-73F1-4C93-9B4A-A46EB1267334}" srcOrd="1" destOrd="0" parTransId="{6EF194E5-4338-4836-8D07-8EEF4F2B9799}" sibTransId="{9CABAD04-4D0A-4272-8FF7-6A064AA0BDBA}"/>
    <dgm:cxn modelId="{4DEE601F-E673-4757-8502-88E8DC698719}" type="presOf" srcId="{1ECEED20-63B9-4C0C-A539-9E64280B2DCE}" destId="{1F238A7C-00FD-47F7-8BD6-833C46C76A51}" srcOrd="0" destOrd="0" presId="urn:microsoft.com/office/officeart/2005/8/layout/vList2"/>
    <dgm:cxn modelId="{C2411D37-3C37-4F20-AD5A-E61AC4595F38}" type="presOf" srcId="{454E397D-0A2D-46A6-AE3C-2898DB3047A1}" destId="{14C3EB48-C018-4D52-BD29-145C288F1E29}" srcOrd="0" destOrd="0" presId="urn:microsoft.com/office/officeart/2005/8/layout/vList2"/>
    <dgm:cxn modelId="{0FB74842-ECDA-4A59-A225-27E67044D533}" srcId="{AD8365B8-ECC9-4BE9-B4E9-1010A1AD19ED}" destId="{1ECEED20-63B9-4C0C-A539-9E64280B2DCE}" srcOrd="0" destOrd="0" parTransId="{5BBABA9C-22F8-4BC4-840D-EB9F8BA1126A}" sibTransId="{23CDF25D-643B-402F-A3CF-C74F267AE2FC}"/>
    <dgm:cxn modelId="{346D74AC-EAC6-4BBE-8EFD-E040C9F8A706}" type="presOf" srcId="{3AF55021-73F1-4C93-9B4A-A46EB1267334}" destId="{7BFD9CCA-E1F1-477B-B47B-862BED572F61}" srcOrd="0" destOrd="0" presId="urn:microsoft.com/office/officeart/2005/8/layout/vList2"/>
    <dgm:cxn modelId="{D82EE4DE-91CD-4E75-A564-60A01797D020}" type="presOf" srcId="{AD8365B8-ECC9-4BE9-B4E9-1010A1AD19ED}" destId="{25D46A32-C4FA-49B3-AF38-CAFB848E80FD}" srcOrd="0" destOrd="0" presId="urn:microsoft.com/office/officeart/2005/8/layout/vList2"/>
    <dgm:cxn modelId="{74FB81F4-0DED-4D04-8682-96F2C2DE7CB3}" srcId="{AD8365B8-ECC9-4BE9-B4E9-1010A1AD19ED}" destId="{454E397D-0A2D-46A6-AE3C-2898DB3047A1}" srcOrd="2" destOrd="0" parTransId="{F5023EB9-623B-4E35-9C47-50F9F07A7C4B}" sibTransId="{C5A08F7B-EB5E-48E5-9356-BD1EC7E3C822}"/>
    <dgm:cxn modelId="{3DD3CFB4-733C-4BAD-8718-EDB8A285A782}" type="presParOf" srcId="{25D46A32-C4FA-49B3-AF38-CAFB848E80FD}" destId="{1F238A7C-00FD-47F7-8BD6-833C46C76A51}" srcOrd="0" destOrd="0" presId="urn:microsoft.com/office/officeart/2005/8/layout/vList2"/>
    <dgm:cxn modelId="{56BC751D-ECBA-4B9B-8AD5-224D438A9DC3}" type="presParOf" srcId="{25D46A32-C4FA-49B3-AF38-CAFB848E80FD}" destId="{00B6F3EE-AA35-4E49-914F-118EE7848060}" srcOrd="1" destOrd="0" presId="urn:microsoft.com/office/officeart/2005/8/layout/vList2"/>
    <dgm:cxn modelId="{74B46C59-2F6B-4201-ABED-4F8D2EC3F975}" type="presParOf" srcId="{25D46A32-C4FA-49B3-AF38-CAFB848E80FD}" destId="{7BFD9CCA-E1F1-477B-B47B-862BED572F61}" srcOrd="2" destOrd="0" presId="urn:microsoft.com/office/officeart/2005/8/layout/vList2"/>
    <dgm:cxn modelId="{F0A38C3E-C8E1-4CB6-90C8-4B05BE4CA0ED}" type="presParOf" srcId="{25D46A32-C4FA-49B3-AF38-CAFB848E80FD}" destId="{0EBC2886-81CB-4EA2-8824-2C95CBB36936}" srcOrd="3" destOrd="0" presId="urn:microsoft.com/office/officeart/2005/8/layout/vList2"/>
    <dgm:cxn modelId="{8E31F22B-B6E5-45AB-822D-6FC0ABFD608E}" type="presParOf" srcId="{25D46A32-C4FA-49B3-AF38-CAFB848E80FD}" destId="{14C3EB48-C018-4D52-BD29-145C288F1E2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03A26AD-F2A6-4805-B632-85DCC62CE306}" type="doc">
      <dgm:prSet loTypeId="urn:microsoft.com/office/officeart/2016/7/layout/RepeatingBendingProcessNew" loCatId="process" qsTypeId="urn:microsoft.com/office/officeart/2005/8/quickstyle/simple4" qsCatId="simple" csTypeId="urn:microsoft.com/office/officeart/2005/8/colors/colorful2" csCatId="colorful"/>
      <dgm:spPr/>
      <dgm:t>
        <a:bodyPr/>
        <a:lstStyle/>
        <a:p>
          <a:endParaRPr lang="en-US"/>
        </a:p>
      </dgm:t>
    </dgm:pt>
    <dgm:pt modelId="{77C37F22-041F-41FB-8B48-EABE2D89AE80}">
      <dgm:prSet/>
      <dgm:spPr/>
      <dgm:t>
        <a:bodyPr/>
        <a:lstStyle/>
        <a:p>
          <a:r>
            <a:rPr lang="en-US"/>
            <a:t>• Strategia per integrare la prospettiva di genere in tutte le politiche.</a:t>
          </a:r>
        </a:p>
      </dgm:t>
    </dgm:pt>
    <dgm:pt modelId="{A8C0D45F-76D9-4A57-B3F0-1D90E265F70C}" type="parTrans" cxnId="{1D58322D-FAD2-4F0C-8496-0A637002D8AE}">
      <dgm:prSet/>
      <dgm:spPr/>
      <dgm:t>
        <a:bodyPr/>
        <a:lstStyle/>
        <a:p>
          <a:endParaRPr lang="en-US"/>
        </a:p>
      </dgm:t>
    </dgm:pt>
    <dgm:pt modelId="{D3B0FFF6-9D99-4164-BD66-EDB3CB811871}" type="sibTrans" cxnId="{1D58322D-FAD2-4F0C-8496-0A637002D8AE}">
      <dgm:prSet/>
      <dgm:spPr/>
      <dgm:t>
        <a:bodyPr/>
        <a:lstStyle/>
        <a:p>
          <a:endParaRPr lang="en-US"/>
        </a:p>
      </dgm:t>
    </dgm:pt>
    <dgm:pt modelId="{E0FCE86B-60CF-4D7F-8C38-4DD659E90D03}">
      <dgm:prSet/>
      <dgm:spPr/>
      <dgm:t>
        <a:bodyPr/>
        <a:lstStyle/>
        <a:p>
          <a:r>
            <a:rPr lang="en-US"/>
            <a:t>• Obiettivo: uguaglianza reale tra donne e uomini.</a:t>
          </a:r>
        </a:p>
      </dgm:t>
    </dgm:pt>
    <dgm:pt modelId="{BDB32D45-1E65-4F0C-925D-681ABF33BF23}" type="parTrans" cxnId="{09882092-7ED8-486E-807D-DF73FD2E1863}">
      <dgm:prSet/>
      <dgm:spPr/>
      <dgm:t>
        <a:bodyPr/>
        <a:lstStyle/>
        <a:p>
          <a:endParaRPr lang="en-US"/>
        </a:p>
      </dgm:t>
    </dgm:pt>
    <dgm:pt modelId="{235A4E61-1ADC-4721-B5C4-93F09FEC3599}" type="sibTrans" cxnId="{09882092-7ED8-486E-807D-DF73FD2E1863}">
      <dgm:prSet/>
      <dgm:spPr/>
      <dgm:t>
        <a:bodyPr/>
        <a:lstStyle/>
        <a:p>
          <a:endParaRPr lang="en-US"/>
        </a:p>
      </dgm:t>
    </dgm:pt>
    <dgm:pt modelId="{A4F91F89-121E-46CB-8D75-E66E90AF4BAE}">
      <dgm:prSet/>
      <dgm:spPr/>
      <dgm:t>
        <a:bodyPr/>
        <a:lstStyle/>
        <a:p>
          <a:r>
            <a:rPr lang="en-US"/>
            <a:t>• Analisi, progettazione e monitoraggio inclusivi.</a:t>
          </a:r>
        </a:p>
      </dgm:t>
    </dgm:pt>
    <dgm:pt modelId="{724CDB3A-EC47-4D3D-AA56-B2F33F3A32DC}" type="parTrans" cxnId="{3FEDE66B-F0DA-4868-A5CC-DCF59DE4D51B}">
      <dgm:prSet/>
      <dgm:spPr/>
      <dgm:t>
        <a:bodyPr/>
        <a:lstStyle/>
        <a:p>
          <a:endParaRPr lang="en-US"/>
        </a:p>
      </dgm:t>
    </dgm:pt>
    <dgm:pt modelId="{C51EFA42-94B1-4F9B-ADBF-800B75820365}" type="sibTrans" cxnId="{3FEDE66B-F0DA-4868-A5CC-DCF59DE4D51B}">
      <dgm:prSet/>
      <dgm:spPr/>
      <dgm:t>
        <a:bodyPr/>
        <a:lstStyle/>
        <a:p>
          <a:endParaRPr lang="en-US"/>
        </a:p>
      </dgm:t>
    </dgm:pt>
    <dgm:pt modelId="{B4CDBF85-A2EC-4DF7-907F-BCC5C0CEBB76}">
      <dgm:prSet/>
      <dgm:spPr/>
      <dgm:t>
        <a:bodyPr/>
        <a:lstStyle/>
        <a:p>
          <a:r>
            <a:rPr lang="en-US"/>
            <a:t>• Responsabilità di tutti i decisori pubblici.</a:t>
          </a:r>
        </a:p>
      </dgm:t>
    </dgm:pt>
    <dgm:pt modelId="{DC55A6E2-BCE5-4B0B-A580-36F6C3CD2F71}" type="parTrans" cxnId="{CDA4F1F8-4474-44E2-8857-7A9EBAD76EAD}">
      <dgm:prSet/>
      <dgm:spPr/>
      <dgm:t>
        <a:bodyPr/>
        <a:lstStyle/>
        <a:p>
          <a:endParaRPr lang="en-US"/>
        </a:p>
      </dgm:t>
    </dgm:pt>
    <dgm:pt modelId="{3ADDA75D-79AF-48E1-99FC-C57F9DDF736E}" type="sibTrans" cxnId="{CDA4F1F8-4474-44E2-8857-7A9EBAD76EAD}">
      <dgm:prSet/>
      <dgm:spPr/>
      <dgm:t>
        <a:bodyPr/>
        <a:lstStyle/>
        <a:p>
          <a:endParaRPr lang="en-US"/>
        </a:p>
      </dgm:t>
    </dgm:pt>
    <dgm:pt modelId="{CB69C017-962D-45A3-8EC4-46798309744D}">
      <dgm:prSet/>
      <dgm:spPr/>
      <dgm:t>
        <a:bodyPr/>
        <a:lstStyle/>
        <a:p>
          <a:r>
            <a:rPr lang="en-US"/>
            <a:t>• Strumenti principali: Gender Impact Assessment, Gender Budgeting.</a:t>
          </a:r>
        </a:p>
      </dgm:t>
    </dgm:pt>
    <dgm:pt modelId="{DDF8D483-D09F-4BC9-9F95-8D9AEC8BCBE0}" type="parTrans" cxnId="{E17E40B6-00AF-4CB0-84DD-B892B99106CB}">
      <dgm:prSet/>
      <dgm:spPr/>
      <dgm:t>
        <a:bodyPr/>
        <a:lstStyle/>
        <a:p>
          <a:endParaRPr lang="en-US"/>
        </a:p>
      </dgm:t>
    </dgm:pt>
    <dgm:pt modelId="{DC730712-B886-4F89-BD2A-1BFE833DB117}" type="sibTrans" cxnId="{E17E40B6-00AF-4CB0-84DD-B892B99106CB}">
      <dgm:prSet/>
      <dgm:spPr/>
      <dgm:t>
        <a:bodyPr/>
        <a:lstStyle/>
        <a:p>
          <a:endParaRPr lang="en-US"/>
        </a:p>
      </dgm:t>
    </dgm:pt>
    <dgm:pt modelId="{4B0DC899-E611-4C95-A598-C8DA73979352}">
      <dgm:prSet/>
      <dgm:spPr/>
      <dgm:t>
        <a:bodyPr/>
        <a:lstStyle/>
        <a:p>
          <a:r>
            <a:rPr lang="en-US"/>
            <a:t>• Nascita ufficiale: Conferenza di Pechino (1995).</a:t>
          </a:r>
        </a:p>
      </dgm:t>
    </dgm:pt>
    <dgm:pt modelId="{C601EECC-A4B5-46D5-8911-15E7C128E456}" type="parTrans" cxnId="{C1038D4A-C3DC-4C8F-AA77-F29A97E6937A}">
      <dgm:prSet/>
      <dgm:spPr/>
      <dgm:t>
        <a:bodyPr/>
        <a:lstStyle/>
        <a:p>
          <a:endParaRPr lang="en-US"/>
        </a:p>
      </dgm:t>
    </dgm:pt>
    <dgm:pt modelId="{3615AA72-FE60-4E3F-ACA0-4CBAD6FED2A7}" type="sibTrans" cxnId="{C1038D4A-C3DC-4C8F-AA77-F29A97E6937A}">
      <dgm:prSet/>
      <dgm:spPr/>
      <dgm:t>
        <a:bodyPr/>
        <a:lstStyle/>
        <a:p>
          <a:endParaRPr lang="en-US"/>
        </a:p>
      </dgm:t>
    </dgm:pt>
    <dgm:pt modelId="{70C0139E-D6B5-4ECE-8346-DBEB7A21FC23}" type="pres">
      <dgm:prSet presAssocID="{603A26AD-F2A6-4805-B632-85DCC62CE306}" presName="Name0" presStyleCnt="0">
        <dgm:presLayoutVars>
          <dgm:dir/>
          <dgm:resizeHandles val="exact"/>
        </dgm:presLayoutVars>
      </dgm:prSet>
      <dgm:spPr/>
    </dgm:pt>
    <dgm:pt modelId="{430C479D-B816-4E56-B66C-CF23A32BADE6}" type="pres">
      <dgm:prSet presAssocID="{77C37F22-041F-41FB-8B48-EABE2D89AE80}" presName="node" presStyleLbl="node1" presStyleIdx="0" presStyleCnt="6">
        <dgm:presLayoutVars>
          <dgm:bulletEnabled val="1"/>
        </dgm:presLayoutVars>
      </dgm:prSet>
      <dgm:spPr/>
    </dgm:pt>
    <dgm:pt modelId="{C2D54783-7389-4692-BFB8-AFBE6C2AD529}" type="pres">
      <dgm:prSet presAssocID="{D3B0FFF6-9D99-4164-BD66-EDB3CB811871}" presName="sibTrans" presStyleLbl="sibTrans1D1" presStyleIdx="0" presStyleCnt="5"/>
      <dgm:spPr/>
    </dgm:pt>
    <dgm:pt modelId="{6B42454E-82A1-4F3B-8559-9AD489C3EEE5}" type="pres">
      <dgm:prSet presAssocID="{D3B0FFF6-9D99-4164-BD66-EDB3CB811871}" presName="connectorText" presStyleLbl="sibTrans1D1" presStyleIdx="0" presStyleCnt="5"/>
      <dgm:spPr/>
    </dgm:pt>
    <dgm:pt modelId="{D7B18F2B-D4B6-4A07-A847-637C0E72D25E}" type="pres">
      <dgm:prSet presAssocID="{E0FCE86B-60CF-4D7F-8C38-4DD659E90D03}" presName="node" presStyleLbl="node1" presStyleIdx="1" presStyleCnt="6">
        <dgm:presLayoutVars>
          <dgm:bulletEnabled val="1"/>
        </dgm:presLayoutVars>
      </dgm:prSet>
      <dgm:spPr/>
    </dgm:pt>
    <dgm:pt modelId="{8089B684-5852-4055-ADEE-11F796D52964}" type="pres">
      <dgm:prSet presAssocID="{235A4E61-1ADC-4721-B5C4-93F09FEC3599}" presName="sibTrans" presStyleLbl="sibTrans1D1" presStyleIdx="1" presStyleCnt="5"/>
      <dgm:spPr/>
    </dgm:pt>
    <dgm:pt modelId="{3472470E-A75A-47AC-B30F-1796C210C9D4}" type="pres">
      <dgm:prSet presAssocID="{235A4E61-1ADC-4721-B5C4-93F09FEC3599}" presName="connectorText" presStyleLbl="sibTrans1D1" presStyleIdx="1" presStyleCnt="5"/>
      <dgm:spPr/>
    </dgm:pt>
    <dgm:pt modelId="{2A1BD4C1-10E2-4C15-ABD0-D5E0E34D8A54}" type="pres">
      <dgm:prSet presAssocID="{A4F91F89-121E-46CB-8D75-E66E90AF4BAE}" presName="node" presStyleLbl="node1" presStyleIdx="2" presStyleCnt="6">
        <dgm:presLayoutVars>
          <dgm:bulletEnabled val="1"/>
        </dgm:presLayoutVars>
      </dgm:prSet>
      <dgm:spPr/>
    </dgm:pt>
    <dgm:pt modelId="{A9388ADD-2EE0-4F0B-B1ED-ECB23DC82890}" type="pres">
      <dgm:prSet presAssocID="{C51EFA42-94B1-4F9B-ADBF-800B75820365}" presName="sibTrans" presStyleLbl="sibTrans1D1" presStyleIdx="2" presStyleCnt="5"/>
      <dgm:spPr/>
    </dgm:pt>
    <dgm:pt modelId="{41BB7C07-2561-4B4C-AAC9-D7BF4F6C2D04}" type="pres">
      <dgm:prSet presAssocID="{C51EFA42-94B1-4F9B-ADBF-800B75820365}" presName="connectorText" presStyleLbl="sibTrans1D1" presStyleIdx="2" presStyleCnt="5"/>
      <dgm:spPr/>
    </dgm:pt>
    <dgm:pt modelId="{9972A296-26D5-45E9-84C7-45E8DA65B68F}" type="pres">
      <dgm:prSet presAssocID="{B4CDBF85-A2EC-4DF7-907F-BCC5C0CEBB76}" presName="node" presStyleLbl="node1" presStyleIdx="3" presStyleCnt="6">
        <dgm:presLayoutVars>
          <dgm:bulletEnabled val="1"/>
        </dgm:presLayoutVars>
      </dgm:prSet>
      <dgm:spPr/>
    </dgm:pt>
    <dgm:pt modelId="{E6D7892F-5224-480A-8E6A-E280258B80EB}" type="pres">
      <dgm:prSet presAssocID="{3ADDA75D-79AF-48E1-99FC-C57F9DDF736E}" presName="sibTrans" presStyleLbl="sibTrans1D1" presStyleIdx="3" presStyleCnt="5"/>
      <dgm:spPr/>
    </dgm:pt>
    <dgm:pt modelId="{B001CD12-382A-4764-9302-89F406832536}" type="pres">
      <dgm:prSet presAssocID="{3ADDA75D-79AF-48E1-99FC-C57F9DDF736E}" presName="connectorText" presStyleLbl="sibTrans1D1" presStyleIdx="3" presStyleCnt="5"/>
      <dgm:spPr/>
    </dgm:pt>
    <dgm:pt modelId="{B4E42232-159F-451F-9FAB-6FF22B21AD7B}" type="pres">
      <dgm:prSet presAssocID="{CB69C017-962D-45A3-8EC4-46798309744D}" presName="node" presStyleLbl="node1" presStyleIdx="4" presStyleCnt="6">
        <dgm:presLayoutVars>
          <dgm:bulletEnabled val="1"/>
        </dgm:presLayoutVars>
      </dgm:prSet>
      <dgm:spPr/>
    </dgm:pt>
    <dgm:pt modelId="{67206485-F839-4B82-99DC-BC21189F19BA}" type="pres">
      <dgm:prSet presAssocID="{DC730712-B886-4F89-BD2A-1BFE833DB117}" presName="sibTrans" presStyleLbl="sibTrans1D1" presStyleIdx="4" presStyleCnt="5"/>
      <dgm:spPr/>
    </dgm:pt>
    <dgm:pt modelId="{EAE99B50-BEBB-46D6-91C9-4D9D63FE01AE}" type="pres">
      <dgm:prSet presAssocID="{DC730712-B886-4F89-BD2A-1BFE833DB117}" presName="connectorText" presStyleLbl="sibTrans1D1" presStyleIdx="4" presStyleCnt="5"/>
      <dgm:spPr/>
    </dgm:pt>
    <dgm:pt modelId="{6EB248B7-5785-4953-A9FC-5405CBA1B464}" type="pres">
      <dgm:prSet presAssocID="{4B0DC899-E611-4C95-A598-C8DA73979352}" presName="node" presStyleLbl="node1" presStyleIdx="5" presStyleCnt="6">
        <dgm:presLayoutVars>
          <dgm:bulletEnabled val="1"/>
        </dgm:presLayoutVars>
      </dgm:prSet>
      <dgm:spPr/>
    </dgm:pt>
  </dgm:ptLst>
  <dgm:cxnLst>
    <dgm:cxn modelId="{DA028F00-B6CE-4F8A-88DB-DA223BB7F2AB}" type="presOf" srcId="{77C37F22-041F-41FB-8B48-EABE2D89AE80}" destId="{430C479D-B816-4E56-B66C-CF23A32BADE6}" srcOrd="0" destOrd="0" presId="urn:microsoft.com/office/officeart/2016/7/layout/RepeatingBendingProcessNew"/>
    <dgm:cxn modelId="{669E4402-22C3-4ABB-96BD-37DB13991D26}" type="presOf" srcId="{C51EFA42-94B1-4F9B-ADBF-800B75820365}" destId="{A9388ADD-2EE0-4F0B-B1ED-ECB23DC82890}" srcOrd="0" destOrd="0" presId="urn:microsoft.com/office/officeart/2016/7/layout/RepeatingBendingProcessNew"/>
    <dgm:cxn modelId="{573DCA09-5A7D-4917-A086-37E4CCAEF1BA}" type="presOf" srcId="{235A4E61-1ADC-4721-B5C4-93F09FEC3599}" destId="{8089B684-5852-4055-ADEE-11F796D52964}" srcOrd="0" destOrd="0" presId="urn:microsoft.com/office/officeart/2016/7/layout/RepeatingBendingProcessNew"/>
    <dgm:cxn modelId="{52D0080D-2623-4CDA-9578-3D7326EF4A44}" type="presOf" srcId="{B4CDBF85-A2EC-4DF7-907F-BCC5C0CEBB76}" destId="{9972A296-26D5-45E9-84C7-45E8DA65B68F}" srcOrd="0" destOrd="0" presId="urn:microsoft.com/office/officeart/2016/7/layout/RepeatingBendingProcessNew"/>
    <dgm:cxn modelId="{AE037014-0FD4-4B72-86E8-DDC834900C1F}" type="presOf" srcId="{603A26AD-F2A6-4805-B632-85DCC62CE306}" destId="{70C0139E-D6B5-4ECE-8346-DBEB7A21FC23}" srcOrd="0" destOrd="0" presId="urn:microsoft.com/office/officeart/2016/7/layout/RepeatingBendingProcessNew"/>
    <dgm:cxn modelId="{64368E16-1951-4E94-B005-E84A45CDDF84}" type="presOf" srcId="{A4F91F89-121E-46CB-8D75-E66E90AF4BAE}" destId="{2A1BD4C1-10E2-4C15-ABD0-D5E0E34D8A54}" srcOrd="0" destOrd="0" presId="urn:microsoft.com/office/officeart/2016/7/layout/RepeatingBendingProcessNew"/>
    <dgm:cxn modelId="{0657001A-24B7-4CF6-8714-5BDD8881FAA1}" type="presOf" srcId="{3ADDA75D-79AF-48E1-99FC-C57F9DDF736E}" destId="{E6D7892F-5224-480A-8E6A-E280258B80EB}" srcOrd="0" destOrd="0" presId="urn:microsoft.com/office/officeart/2016/7/layout/RepeatingBendingProcessNew"/>
    <dgm:cxn modelId="{1D58322D-FAD2-4F0C-8496-0A637002D8AE}" srcId="{603A26AD-F2A6-4805-B632-85DCC62CE306}" destId="{77C37F22-041F-41FB-8B48-EABE2D89AE80}" srcOrd="0" destOrd="0" parTransId="{A8C0D45F-76D9-4A57-B3F0-1D90E265F70C}" sibTransId="{D3B0FFF6-9D99-4164-BD66-EDB3CB811871}"/>
    <dgm:cxn modelId="{4B86F168-1414-46B9-9F44-7CCD054BEEB6}" type="presOf" srcId="{4B0DC899-E611-4C95-A598-C8DA73979352}" destId="{6EB248B7-5785-4953-A9FC-5405CBA1B464}" srcOrd="0" destOrd="0" presId="urn:microsoft.com/office/officeart/2016/7/layout/RepeatingBendingProcessNew"/>
    <dgm:cxn modelId="{C1038D4A-C3DC-4C8F-AA77-F29A97E6937A}" srcId="{603A26AD-F2A6-4805-B632-85DCC62CE306}" destId="{4B0DC899-E611-4C95-A598-C8DA73979352}" srcOrd="5" destOrd="0" parTransId="{C601EECC-A4B5-46D5-8911-15E7C128E456}" sibTransId="{3615AA72-FE60-4E3F-ACA0-4CBAD6FED2A7}"/>
    <dgm:cxn modelId="{3FEDE66B-F0DA-4868-A5CC-DCF59DE4D51B}" srcId="{603A26AD-F2A6-4805-B632-85DCC62CE306}" destId="{A4F91F89-121E-46CB-8D75-E66E90AF4BAE}" srcOrd="2" destOrd="0" parTransId="{724CDB3A-EC47-4D3D-AA56-B2F33F3A32DC}" sibTransId="{C51EFA42-94B1-4F9B-ADBF-800B75820365}"/>
    <dgm:cxn modelId="{32473A4D-F020-4796-9EEA-2D2B457FD741}" type="presOf" srcId="{DC730712-B886-4F89-BD2A-1BFE833DB117}" destId="{EAE99B50-BEBB-46D6-91C9-4D9D63FE01AE}" srcOrd="1" destOrd="0" presId="urn:microsoft.com/office/officeart/2016/7/layout/RepeatingBendingProcessNew"/>
    <dgm:cxn modelId="{5C006553-0467-459E-98CD-E694795012EF}" type="presOf" srcId="{D3B0FFF6-9D99-4164-BD66-EDB3CB811871}" destId="{6B42454E-82A1-4F3B-8559-9AD489C3EEE5}" srcOrd="1" destOrd="0" presId="urn:microsoft.com/office/officeart/2016/7/layout/RepeatingBendingProcessNew"/>
    <dgm:cxn modelId="{E7EC6079-B8BA-467C-98BF-3A892F5620EB}" type="presOf" srcId="{C51EFA42-94B1-4F9B-ADBF-800B75820365}" destId="{41BB7C07-2561-4B4C-AAC9-D7BF4F6C2D04}" srcOrd="1" destOrd="0" presId="urn:microsoft.com/office/officeart/2016/7/layout/RepeatingBendingProcessNew"/>
    <dgm:cxn modelId="{5A5EDD5A-F373-47DB-BEA1-BC3B0C42DB5D}" type="presOf" srcId="{E0FCE86B-60CF-4D7F-8C38-4DD659E90D03}" destId="{D7B18F2B-D4B6-4A07-A847-637C0E72D25E}" srcOrd="0" destOrd="0" presId="urn:microsoft.com/office/officeart/2016/7/layout/RepeatingBendingProcessNew"/>
    <dgm:cxn modelId="{5602E27A-17F2-4C25-B3E2-65F6C62BD042}" type="presOf" srcId="{DC730712-B886-4F89-BD2A-1BFE833DB117}" destId="{67206485-F839-4B82-99DC-BC21189F19BA}" srcOrd="0" destOrd="0" presId="urn:microsoft.com/office/officeart/2016/7/layout/RepeatingBendingProcessNew"/>
    <dgm:cxn modelId="{09882092-7ED8-486E-807D-DF73FD2E1863}" srcId="{603A26AD-F2A6-4805-B632-85DCC62CE306}" destId="{E0FCE86B-60CF-4D7F-8C38-4DD659E90D03}" srcOrd="1" destOrd="0" parTransId="{BDB32D45-1E65-4F0C-925D-681ABF33BF23}" sibTransId="{235A4E61-1ADC-4721-B5C4-93F09FEC3599}"/>
    <dgm:cxn modelId="{4F19CFA3-9A1B-431C-BA8C-8424F70986A5}" type="presOf" srcId="{CB69C017-962D-45A3-8EC4-46798309744D}" destId="{B4E42232-159F-451F-9FAB-6FF22B21AD7B}" srcOrd="0" destOrd="0" presId="urn:microsoft.com/office/officeart/2016/7/layout/RepeatingBendingProcessNew"/>
    <dgm:cxn modelId="{01E7F0A5-5BBA-4782-8F00-56571ADB23F7}" type="presOf" srcId="{3ADDA75D-79AF-48E1-99FC-C57F9DDF736E}" destId="{B001CD12-382A-4764-9302-89F406832536}" srcOrd="1" destOrd="0" presId="urn:microsoft.com/office/officeart/2016/7/layout/RepeatingBendingProcessNew"/>
    <dgm:cxn modelId="{3DBA58A7-09C4-4F53-8BEE-6DE9B75373A2}" type="presOf" srcId="{D3B0FFF6-9D99-4164-BD66-EDB3CB811871}" destId="{C2D54783-7389-4692-BFB8-AFBE6C2AD529}" srcOrd="0" destOrd="0" presId="urn:microsoft.com/office/officeart/2016/7/layout/RepeatingBendingProcessNew"/>
    <dgm:cxn modelId="{E17E40B6-00AF-4CB0-84DD-B892B99106CB}" srcId="{603A26AD-F2A6-4805-B632-85DCC62CE306}" destId="{CB69C017-962D-45A3-8EC4-46798309744D}" srcOrd="4" destOrd="0" parTransId="{DDF8D483-D09F-4BC9-9F95-8D9AEC8BCBE0}" sibTransId="{DC730712-B886-4F89-BD2A-1BFE833DB117}"/>
    <dgm:cxn modelId="{146020F6-9F03-41B3-A057-38FE9FD7D8BE}" type="presOf" srcId="{235A4E61-1ADC-4721-B5C4-93F09FEC3599}" destId="{3472470E-A75A-47AC-B30F-1796C210C9D4}" srcOrd="1" destOrd="0" presId="urn:microsoft.com/office/officeart/2016/7/layout/RepeatingBendingProcessNew"/>
    <dgm:cxn modelId="{CDA4F1F8-4474-44E2-8857-7A9EBAD76EAD}" srcId="{603A26AD-F2A6-4805-B632-85DCC62CE306}" destId="{B4CDBF85-A2EC-4DF7-907F-BCC5C0CEBB76}" srcOrd="3" destOrd="0" parTransId="{DC55A6E2-BCE5-4B0B-A580-36F6C3CD2F71}" sibTransId="{3ADDA75D-79AF-48E1-99FC-C57F9DDF736E}"/>
    <dgm:cxn modelId="{40872DAA-99CE-41FF-876D-1626E2A04B0E}" type="presParOf" srcId="{70C0139E-D6B5-4ECE-8346-DBEB7A21FC23}" destId="{430C479D-B816-4E56-B66C-CF23A32BADE6}" srcOrd="0" destOrd="0" presId="urn:microsoft.com/office/officeart/2016/7/layout/RepeatingBendingProcessNew"/>
    <dgm:cxn modelId="{57222033-23E7-4F27-A797-24C6C685879B}" type="presParOf" srcId="{70C0139E-D6B5-4ECE-8346-DBEB7A21FC23}" destId="{C2D54783-7389-4692-BFB8-AFBE6C2AD529}" srcOrd="1" destOrd="0" presId="urn:microsoft.com/office/officeart/2016/7/layout/RepeatingBendingProcessNew"/>
    <dgm:cxn modelId="{7D22FF9B-F434-4CF5-B26A-B405C23C70AE}" type="presParOf" srcId="{C2D54783-7389-4692-BFB8-AFBE6C2AD529}" destId="{6B42454E-82A1-4F3B-8559-9AD489C3EEE5}" srcOrd="0" destOrd="0" presId="urn:microsoft.com/office/officeart/2016/7/layout/RepeatingBendingProcessNew"/>
    <dgm:cxn modelId="{D64D840C-B490-431E-90BC-486B867E79A5}" type="presParOf" srcId="{70C0139E-D6B5-4ECE-8346-DBEB7A21FC23}" destId="{D7B18F2B-D4B6-4A07-A847-637C0E72D25E}" srcOrd="2" destOrd="0" presId="urn:microsoft.com/office/officeart/2016/7/layout/RepeatingBendingProcessNew"/>
    <dgm:cxn modelId="{264502A7-3787-4013-8CB3-A90000D67D54}" type="presParOf" srcId="{70C0139E-D6B5-4ECE-8346-DBEB7A21FC23}" destId="{8089B684-5852-4055-ADEE-11F796D52964}" srcOrd="3" destOrd="0" presId="urn:microsoft.com/office/officeart/2016/7/layout/RepeatingBendingProcessNew"/>
    <dgm:cxn modelId="{6080665F-B73D-4E34-819E-8576C36E942A}" type="presParOf" srcId="{8089B684-5852-4055-ADEE-11F796D52964}" destId="{3472470E-A75A-47AC-B30F-1796C210C9D4}" srcOrd="0" destOrd="0" presId="urn:microsoft.com/office/officeart/2016/7/layout/RepeatingBendingProcessNew"/>
    <dgm:cxn modelId="{D3201DF2-1C9E-4975-83DC-D58A5DB85201}" type="presParOf" srcId="{70C0139E-D6B5-4ECE-8346-DBEB7A21FC23}" destId="{2A1BD4C1-10E2-4C15-ABD0-D5E0E34D8A54}" srcOrd="4" destOrd="0" presId="urn:microsoft.com/office/officeart/2016/7/layout/RepeatingBendingProcessNew"/>
    <dgm:cxn modelId="{B95C307B-A9F1-4580-9638-A389712FF058}" type="presParOf" srcId="{70C0139E-D6B5-4ECE-8346-DBEB7A21FC23}" destId="{A9388ADD-2EE0-4F0B-B1ED-ECB23DC82890}" srcOrd="5" destOrd="0" presId="urn:microsoft.com/office/officeart/2016/7/layout/RepeatingBendingProcessNew"/>
    <dgm:cxn modelId="{597ED2A1-AD48-4F98-9595-6E869003CF88}" type="presParOf" srcId="{A9388ADD-2EE0-4F0B-B1ED-ECB23DC82890}" destId="{41BB7C07-2561-4B4C-AAC9-D7BF4F6C2D04}" srcOrd="0" destOrd="0" presId="urn:microsoft.com/office/officeart/2016/7/layout/RepeatingBendingProcessNew"/>
    <dgm:cxn modelId="{358835A9-E747-4D59-A3C9-4A249F25FB00}" type="presParOf" srcId="{70C0139E-D6B5-4ECE-8346-DBEB7A21FC23}" destId="{9972A296-26D5-45E9-84C7-45E8DA65B68F}" srcOrd="6" destOrd="0" presId="urn:microsoft.com/office/officeart/2016/7/layout/RepeatingBendingProcessNew"/>
    <dgm:cxn modelId="{39DD9650-0FB9-419F-A14F-4EF4A916C807}" type="presParOf" srcId="{70C0139E-D6B5-4ECE-8346-DBEB7A21FC23}" destId="{E6D7892F-5224-480A-8E6A-E280258B80EB}" srcOrd="7" destOrd="0" presId="urn:microsoft.com/office/officeart/2016/7/layout/RepeatingBendingProcessNew"/>
    <dgm:cxn modelId="{33804DF1-00D1-4920-A077-1408692156C6}" type="presParOf" srcId="{E6D7892F-5224-480A-8E6A-E280258B80EB}" destId="{B001CD12-382A-4764-9302-89F406832536}" srcOrd="0" destOrd="0" presId="urn:microsoft.com/office/officeart/2016/7/layout/RepeatingBendingProcessNew"/>
    <dgm:cxn modelId="{37E22152-4221-4D9E-9FF2-67FD91230F6D}" type="presParOf" srcId="{70C0139E-D6B5-4ECE-8346-DBEB7A21FC23}" destId="{B4E42232-159F-451F-9FAB-6FF22B21AD7B}" srcOrd="8" destOrd="0" presId="urn:microsoft.com/office/officeart/2016/7/layout/RepeatingBendingProcessNew"/>
    <dgm:cxn modelId="{0CEEA65F-E6AA-402E-95B9-A23C70EDC521}" type="presParOf" srcId="{70C0139E-D6B5-4ECE-8346-DBEB7A21FC23}" destId="{67206485-F839-4B82-99DC-BC21189F19BA}" srcOrd="9" destOrd="0" presId="urn:microsoft.com/office/officeart/2016/7/layout/RepeatingBendingProcessNew"/>
    <dgm:cxn modelId="{D48098BA-A155-4DF3-9DE4-F693D915D48B}" type="presParOf" srcId="{67206485-F839-4B82-99DC-BC21189F19BA}" destId="{EAE99B50-BEBB-46D6-91C9-4D9D63FE01AE}" srcOrd="0" destOrd="0" presId="urn:microsoft.com/office/officeart/2016/7/layout/RepeatingBendingProcessNew"/>
    <dgm:cxn modelId="{D52462BC-D679-4E5B-AB9F-364180A3E533}" type="presParOf" srcId="{70C0139E-D6B5-4ECE-8346-DBEB7A21FC23}" destId="{6EB248B7-5785-4953-A9FC-5405CBA1B464}"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0B38F7D-7DCA-43D8-9441-E540DE7C2504}" type="doc">
      <dgm:prSet loTypeId="urn:microsoft.com/office/officeart/2017/3/layout/HorizontalLabelsTimeline" loCatId="process" qsTypeId="urn:microsoft.com/office/officeart/2005/8/quickstyle/simple4" qsCatId="simple" csTypeId="urn:microsoft.com/office/officeart/2005/8/colors/colorful1" csCatId="colorful" phldr="1"/>
      <dgm:spPr/>
      <dgm:t>
        <a:bodyPr/>
        <a:lstStyle/>
        <a:p>
          <a:endParaRPr lang="en-US"/>
        </a:p>
      </dgm:t>
    </dgm:pt>
    <dgm:pt modelId="{42F8BE13-61BD-4841-BC61-3C89CA58FDDE}">
      <dgm:prSet/>
      <dgm:spPr/>
      <dgm:t>
        <a:bodyPr/>
        <a:lstStyle/>
        <a:p>
          <a:pPr>
            <a:defRPr b="1"/>
          </a:pPr>
          <a:r>
            <a:rPr lang="en-US"/>
            <a:t>1995</a:t>
          </a:r>
        </a:p>
      </dgm:t>
    </dgm:pt>
    <dgm:pt modelId="{BD882D14-60EB-4196-9F3D-E7BEB46C1E83}" type="parTrans" cxnId="{E698C108-C19F-4769-A8D9-B69FC640BAED}">
      <dgm:prSet/>
      <dgm:spPr/>
      <dgm:t>
        <a:bodyPr/>
        <a:lstStyle/>
        <a:p>
          <a:endParaRPr lang="en-US"/>
        </a:p>
      </dgm:t>
    </dgm:pt>
    <dgm:pt modelId="{D0781D53-4CE8-4FA6-8B5A-B63084B3F1D5}" type="sibTrans" cxnId="{E698C108-C19F-4769-A8D9-B69FC640BAED}">
      <dgm:prSet/>
      <dgm:spPr/>
      <dgm:t>
        <a:bodyPr/>
        <a:lstStyle/>
        <a:p>
          <a:endParaRPr lang="en-US"/>
        </a:p>
      </dgm:t>
    </dgm:pt>
    <dgm:pt modelId="{2B6C4085-763F-4598-83B6-BDFAAC9347CB}">
      <dgm:prSet/>
      <dgm:spPr/>
      <dgm:t>
        <a:bodyPr/>
        <a:lstStyle/>
        <a:p>
          <a:r>
            <a:rPr lang="en-US"/>
            <a:t>Pechino Platform</a:t>
          </a:r>
        </a:p>
      </dgm:t>
    </dgm:pt>
    <dgm:pt modelId="{2A7B67C9-558E-4E55-B32F-AC2C563170F1}" type="parTrans" cxnId="{FDB98D37-A2D1-46E9-BCAA-D92FC862E28C}">
      <dgm:prSet/>
      <dgm:spPr/>
      <dgm:t>
        <a:bodyPr/>
        <a:lstStyle/>
        <a:p>
          <a:endParaRPr lang="en-US"/>
        </a:p>
      </dgm:t>
    </dgm:pt>
    <dgm:pt modelId="{ED566238-1727-4066-A6D7-949B87F8D5CE}" type="sibTrans" cxnId="{FDB98D37-A2D1-46E9-BCAA-D92FC862E28C}">
      <dgm:prSet/>
      <dgm:spPr/>
      <dgm:t>
        <a:bodyPr/>
        <a:lstStyle/>
        <a:p>
          <a:endParaRPr lang="en-US"/>
        </a:p>
      </dgm:t>
    </dgm:pt>
    <dgm:pt modelId="{EC373590-94C9-40A7-A8E9-10FA38880453}">
      <dgm:prSet/>
      <dgm:spPr/>
      <dgm:t>
        <a:bodyPr/>
        <a:lstStyle/>
        <a:p>
          <a:pPr>
            <a:defRPr b="1"/>
          </a:pPr>
          <a:r>
            <a:rPr lang="en-US"/>
            <a:t>1997</a:t>
          </a:r>
        </a:p>
      </dgm:t>
    </dgm:pt>
    <dgm:pt modelId="{0B2BEA74-50A8-4F18-9AC6-054DC81DD884}" type="parTrans" cxnId="{5884DF6B-5DDC-4B5C-A2B8-A9BE7F7BD3E9}">
      <dgm:prSet/>
      <dgm:spPr/>
      <dgm:t>
        <a:bodyPr/>
        <a:lstStyle/>
        <a:p>
          <a:endParaRPr lang="en-US"/>
        </a:p>
      </dgm:t>
    </dgm:pt>
    <dgm:pt modelId="{D7A5DE72-B5FF-4026-B1A9-A32DF45687D6}" type="sibTrans" cxnId="{5884DF6B-5DDC-4B5C-A2B8-A9BE7F7BD3E9}">
      <dgm:prSet/>
      <dgm:spPr/>
      <dgm:t>
        <a:bodyPr/>
        <a:lstStyle/>
        <a:p>
          <a:endParaRPr lang="en-US"/>
        </a:p>
      </dgm:t>
    </dgm:pt>
    <dgm:pt modelId="{2FFA1DA1-F098-4B7E-97D3-34E3DF170757}">
      <dgm:prSet/>
      <dgm:spPr/>
      <dgm:t>
        <a:bodyPr/>
        <a:lstStyle/>
        <a:p>
          <a:r>
            <a:rPr lang="en-US"/>
            <a:t>Consiglio d'Europa definisce pratiche operative.</a:t>
          </a:r>
        </a:p>
      </dgm:t>
    </dgm:pt>
    <dgm:pt modelId="{25496BE4-B65E-482B-A5B1-8979C870A8CD}" type="parTrans" cxnId="{86979B2B-40D3-4EBE-8971-C27AE5B6931D}">
      <dgm:prSet/>
      <dgm:spPr/>
      <dgm:t>
        <a:bodyPr/>
        <a:lstStyle/>
        <a:p>
          <a:endParaRPr lang="en-US"/>
        </a:p>
      </dgm:t>
    </dgm:pt>
    <dgm:pt modelId="{201DCA34-49CD-49BF-9E98-CF06322D7E47}" type="sibTrans" cxnId="{86979B2B-40D3-4EBE-8971-C27AE5B6931D}">
      <dgm:prSet/>
      <dgm:spPr/>
      <dgm:t>
        <a:bodyPr/>
        <a:lstStyle/>
        <a:p>
          <a:endParaRPr lang="en-US"/>
        </a:p>
      </dgm:t>
    </dgm:pt>
    <dgm:pt modelId="{B2CA6495-A98E-4E6E-9ABF-BAF1463AD6F6}" type="pres">
      <dgm:prSet presAssocID="{D0B38F7D-7DCA-43D8-9441-E540DE7C2504}" presName="root" presStyleCnt="0">
        <dgm:presLayoutVars>
          <dgm:chMax/>
          <dgm:chPref/>
          <dgm:animLvl val="lvl"/>
        </dgm:presLayoutVars>
      </dgm:prSet>
      <dgm:spPr/>
    </dgm:pt>
    <dgm:pt modelId="{E85EE259-CD70-4BD3-B0BC-DFDE4398FBE9}" type="pres">
      <dgm:prSet presAssocID="{D0B38F7D-7DCA-43D8-9441-E540DE7C2504}" presName="divider" presStyleLbl="fgAcc1" presStyleIdx="0" presStyleCnt="1"/>
      <dgm:spPr/>
    </dgm:pt>
    <dgm:pt modelId="{061344D1-37BB-4AB9-A0D0-68FF9EBBF50D}" type="pres">
      <dgm:prSet presAssocID="{D0B38F7D-7DCA-43D8-9441-E540DE7C2504}" presName="nodes" presStyleCnt="0">
        <dgm:presLayoutVars>
          <dgm:chMax/>
          <dgm:chPref/>
          <dgm:animLvl val="lvl"/>
        </dgm:presLayoutVars>
      </dgm:prSet>
      <dgm:spPr/>
    </dgm:pt>
    <dgm:pt modelId="{5757CF48-5F2D-4567-A89A-96A1C97A0BAF}" type="pres">
      <dgm:prSet presAssocID="{42F8BE13-61BD-4841-BC61-3C89CA58FDDE}" presName="composite" presStyleCnt="0"/>
      <dgm:spPr/>
    </dgm:pt>
    <dgm:pt modelId="{23A315B0-8578-4EA7-B080-4496638FBFCB}" type="pres">
      <dgm:prSet presAssocID="{42F8BE13-61BD-4841-BC61-3C89CA58FDDE}" presName="L1TextContainer" presStyleLbl="alignNode1" presStyleIdx="0" presStyleCnt="2">
        <dgm:presLayoutVars>
          <dgm:chMax val="1"/>
          <dgm:chPref val="1"/>
          <dgm:bulletEnabled val="1"/>
        </dgm:presLayoutVars>
      </dgm:prSet>
      <dgm:spPr/>
    </dgm:pt>
    <dgm:pt modelId="{5328F9FE-6DD1-44A7-9D05-F76368A0A1F8}" type="pres">
      <dgm:prSet presAssocID="{42F8BE13-61BD-4841-BC61-3C89CA58FDDE}" presName="L2TextContainerWrapper" presStyleCnt="0">
        <dgm:presLayoutVars>
          <dgm:bulletEnabled val="1"/>
        </dgm:presLayoutVars>
      </dgm:prSet>
      <dgm:spPr/>
    </dgm:pt>
    <dgm:pt modelId="{CB17DAC6-02F6-4CF0-9175-27E3F50D4FDB}" type="pres">
      <dgm:prSet presAssocID="{42F8BE13-61BD-4841-BC61-3C89CA58FDDE}" presName="L2TextContainer" presStyleLbl="bgAccFollowNode1" presStyleIdx="0" presStyleCnt="2"/>
      <dgm:spPr/>
    </dgm:pt>
    <dgm:pt modelId="{E7DA0492-9DE8-4901-AD7C-F2130A511033}" type="pres">
      <dgm:prSet presAssocID="{42F8BE13-61BD-4841-BC61-3C89CA58FDDE}" presName="FlexibleEmptyPlaceHolder" presStyleCnt="0"/>
      <dgm:spPr/>
    </dgm:pt>
    <dgm:pt modelId="{F7D3F38D-E8D6-40C4-A0E5-AF95F8BD2B9B}" type="pres">
      <dgm:prSet presAssocID="{42F8BE13-61BD-4841-BC61-3C89CA58FDDE}" presName="ConnectLine" presStyleLbl="sibTrans1D1" presStyleIdx="0" presStyleCnt="2"/>
      <dgm:spPr/>
    </dgm:pt>
    <dgm:pt modelId="{03BAC812-CF99-48FD-B889-ED74801E682C}" type="pres">
      <dgm:prSet presAssocID="{42F8BE13-61BD-4841-BC61-3C89CA58FDDE}" presName="ConnectorPoint" presStyleLbl="node1" presStyleIdx="0" presStyleCnt="2"/>
      <dgm:spPr>
        <a:gradFill rotWithShape="0">
          <a:gsLst>
            <a:gs pos="0">
              <a:schemeClr val="accent2">
                <a:tint val="100000"/>
                <a:shade val="100000"/>
                <a:satMod val="130000"/>
              </a:schemeClr>
            </a:gs>
            <a:gs pos="100000">
              <a:schemeClr val="accent2">
                <a:tint val="50000"/>
                <a:shade val="100000"/>
                <a:satMod val="350000"/>
              </a:schemeClr>
            </a:gs>
          </a:gsLst>
          <a:lin ang="16200000" scaled="0"/>
        </a:gradFill>
        <a:ln w="6350">
          <a:noFill/>
        </a:ln>
        <a:effectLst>
          <a:outerShdw blurRad="40000" dist="23000" dir="5400000" rotWithShape="0">
            <a:srgbClr val="000000">
              <a:alpha val="35000"/>
            </a:srgbClr>
          </a:outerShdw>
        </a:effectLst>
      </dgm:spPr>
    </dgm:pt>
    <dgm:pt modelId="{64593F6D-D567-4DB2-80EE-2586EFA050E8}" type="pres">
      <dgm:prSet presAssocID="{42F8BE13-61BD-4841-BC61-3C89CA58FDDE}" presName="EmptyPlaceHolder" presStyleCnt="0"/>
      <dgm:spPr/>
    </dgm:pt>
    <dgm:pt modelId="{A05B5975-39C6-4BDB-A532-196673525E53}" type="pres">
      <dgm:prSet presAssocID="{D0781D53-4CE8-4FA6-8B5A-B63084B3F1D5}" presName="spaceBetweenRectangles" presStyleCnt="0"/>
      <dgm:spPr/>
    </dgm:pt>
    <dgm:pt modelId="{BA2299C8-66FB-431A-8085-0F9B4E50CC04}" type="pres">
      <dgm:prSet presAssocID="{EC373590-94C9-40A7-A8E9-10FA38880453}" presName="composite" presStyleCnt="0"/>
      <dgm:spPr/>
    </dgm:pt>
    <dgm:pt modelId="{1766734A-74FD-4FD4-8E43-C3F1F944B6E8}" type="pres">
      <dgm:prSet presAssocID="{EC373590-94C9-40A7-A8E9-10FA38880453}" presName="L1TextContainer" presStyleLbl="alignNode1" presStyleIdx="1" presStyleCnt="2">
        <dgm:presLayoutVars>
          <dgm:chMax val="1"/>
          <dgm:chPref val="1"/>
          <dgm:bulletEnabled val="1"/>
        </dgm:presLayoutVars>
      </dgm:prSet>
      <dgm:spPr/>
    </dgm:pt>
    <dgm:pt modelId="{7C8B31A4-AF50-4815-9E60-CF200922EBBC}" type="pres">
      <dgm:prSet presAssocID="{EC373590-94C9-40A7-A8E9-10FA38880453}" presName="L2TextContainerWrapper" presStyleCnt="0">
        <dgm:presLayoutVars>
          <dgm:bulletEnabled val="1"/>
        </dgm:presLayoutVars>
      </dgm:prSet>
      <dgm:spPr/>
    </dgm:pt>
    <dgm:pt modelId="{B7D7CFF9-F126-42D2-8A4F-670FA0CD25D4}" type="pres">
      <dgm:prSet presAssocID="{EC373590-94C9-40A7-A8E9-10FA38880453}" presName="L2TextContainer" presStyleLbl="bgAccFollowNode1" presStyleIdx="1" presStyleCnt="2"/>
      <dgm:spPr/>
    </dgm:pt>
    <dgm:pt modelId="{20F80174-BF78-4654-A56E-CEE7E511A681}" type="pres">
      <dgm:prSet presAssocID="{EC373590-94C9-40A7-A8E9-10FA38880453}" presName="FlexibleEmptyPlaceHolder" presStyleCnt="0"/>
      <dgm:spPr/>
    </dgm:pt>
    <dgm:pt modelId="{562DC70B-59FE-4218-A30B-01703456846C}" type="pres">
      <dgm:prSet presAssocID="{EC373590-94C9-40A7-A8E9-10FA38880453}" presName="ConnectLine" presStyleLbl="sibTrans1D1" presStyleIdx="1" presStyleCnt="2"/>
      <dgm:spPr/>
    </dgm:pt>
    <dgm:pt modelId="{2576C00A-16ED-4685-8DFE-50D2961C52F6}" type="pres">
      <dgm:prSet presAssocID="{EC373590-94C9-40A7-A8E9-10FA38880453}" presName="ConnectorPoint" presStyleLbl="node1" presStyleIdx="1" presStyleCnt="2"/>
      <dgm:spPr>
        <a:gradFill rotWithShape="0">
          <a:gsLst>
            <a:gs pos="0">
              <a:schemeClr val="accent3">
                <a:tint val="100000"/>
                <a:shade val="100000"/>
                <a:satMod val="130000"/>
              </a:schemeClr>
            </a:gs>
            <a:gs pos="100000">
              <a:schemeClr val="accent3">
                <a:tint val="50000"/>
                <a:shade val="100000"/>
                <a:satMod val="350000"/>
              </a:schemeClr>
            </a:gs>
          </a:gsLst>
          <a:lin ang="16200000" scaled="0"/>
        </a:gradFill>
        <a:ln w="6350">
          <a:noFill/>
        </a:ln>
        <a:effectLst>
          <a:outerShdw blurRad="40000" dist="23000" dir="5400000" rotWithShape="0">
            <a:srgbClr val="000000">
              <a:alpha val="35000"/>
            </a:srgbClr>
          </a:outerShdw>
        </a:effectLst>
      </dgm:spPr>
    </dgm:pt>
    <dgm:pt modelId="{7CE73BEB-928C-4898-BEA2-623A4A686316}" type="pres">
      <dgm:prSet presAssocID="{EC373590-94C9-40A7-A8E9-10FA38880453}" presName="EmptyPlaceHolder" presStyleCnt="0"/>
      <dgm:spPr/>
    </dgm:pt>
  </dgm:ptLst>
  <dgm:cxnLst>
    <dgm:cxn modelId="{E698C108-C19F-4769-A8D9-B69FC640BAED}" srcId="{D0B38F7D-7DCA-43D8-9441-E540DE7C2504}" destId="{42F8BE13-61BD-4841-BC61-3C89CA58FDDE}" srcOrd="0" destOrd="0" parTransId="{BD882D14-60EB-4196-9F3D-E7BEB46C1E83}" sibTransId="{D0781D53-4CE8-4FA6-8B5A-B63084B3F1D5}"/>
    <dgm:cxn modelId="{F4E79C0A-3F45-4BA0-8582-0C1AC83FD580}" type="presOf" srcId="{D0B38F7D-7DCA-43D8-9441-E540DE7C2504}" destId="{B2CA6495-A98E-4E6E-9ABF-BAF1463AD6F6}" srcOrd="0" destOrd="0" presId="urn:microsoft.com/office/officeart/2017/3/layout/HorizontalLabelsTimeline"/>
    <dgm:cxn modelId="{86979B2B-40D3-4EBE-8971-C27AE5B6931D}" srcId="{EC373590-94C9-40A7-A8E9-10FA38880453}" destId="{2FFA1DA1-F098-4B7E-97D3-34E3DF170757}" srcOrd="0" destOrd="0" parTransId="{25496BE4-B65E-482B-A5B1-8979C870A8CD}" sibTransId="{201DCA34-49CD-49BF-9E98-CF06322D7E47}"/>
    <dgm:cxn modelId="{FDB98D37-A2D1-46E9-BCAA-D92FC862E28C}" srcId="{42F8BE13-61BD-4841-BC61-3C89CA58FDDE}" destId="{2B6C4085-763F-4598-83B6-BDFAAC9347CB}" srcOrd="0" destOrd="0" parTransId="{2A7B67C9-558E-4E55-B32F-AC2C563170F1}" sibTransId="{ED566238-1727-4066-A6D7-949B87F8D5CE}"/>
    <dgm:cxn modelId="{577B9E49-B5CD-4219-8ECC-3AFFA1E0C4A6}" type="presOf" srcId="{2B6C4085-763F-4598-83B6-BDFAAC9347CB}" destId="{CB17DAC6-02F6-4CF0-9175-27E3F50D4FDB}" srcOrd="0" destOrd="0" presId="urn:microsoft.com/office/officeart/2017/3/layout/HorizontalLabelsTimeline"/>
    <dgm:cxn modelId="{5884DF6B-5DDC-4B5C-A2B8-A9BE7F7BD3E9}" srcId="{D0B38F7D-7DCA-43D8-9441-E540DE7C2504}" destId="{EC373590-94C9-40A7-A8E9-10FA38880453}" srcOrd="1" destOrd="0" parTransId="{0B2BEA74-50A8-4F18-9AC6-054DC81DD884}" sibTransId="{D7A5DE72-B5FF-4026-B1A9-A32DF45687D6}"/>
    <dgm:cxn modelId="{32ECE154-815F-4EE6-948B-7B3E222DBB98}" type="presOf" srcId="{2FFA1DA1-F098-4B7E-97D3-34E3DF170757}" destId="{B7D7CFF9-F126-42D2-8A4F-670FA0CD25D4}" srcOrd="0" destOrd="0" presId="urn:microsoft.com/office/officeart/2017/3/layout/HorizontalLabelsTimeline"/>
    <dgm:cxn modelId="{2CB9CC99-4CCD-4309-A48B-E62B3E3FBD1A}" type="presOf" srcId="{EC373590-94C9-40A7-A8E9-10FA38880453}" destId="{1766734A-74FD-4FD4-8E43-C3F1F944B6E8}" srcOrd="0" destOrd="0" presId="urn:microsoft.com/office/officeart/2017/3/layout/HorizontalLabelsTimeline"/>
    <dgm:cxn modelId="{67ED9CA2-2747-4398-AACD-D4BE4ADE7A59}" type="presOf" srcId="{42F8BE13-61BD-4841-BC61-3C89CA58FDDE}" destId="{23A315B0-8578-4EA7-B080-4496638FBFCB}" srcOrd="0" destOrd="0" presId="urn:microsoft.com/office/officeart/2017/3/layout/HorizontalLabelsTimeline"/>
    <dgm:cxn modelId="{CEF48CA4-0C0B-428A-92E8-15409EDFD0F2}" type="presParOf" srcId="{B2CA6495-A98E-4E6E-9ABF-BAF1463AD6F6}" destId="{E85EE259-CD70-4BD3-B0BC-DFDE4398FBE9}" srcOrd="0" destOrd="0" presId="urn:microsoft.com/office/officeart/2017/3/layout/HorizontalLabelsTimeline"/>
    <dgm:cxn modelId="{B55F9DC9-3FA1-4833-B2CB-AA3792878CB9}" type="presParOf" srcId="{B2CA6495-A98E-4E6E-9ABF-BAF1463AD6F6}" destId="{061344D1-37BB-4AB9-A0D0-68FF9EBBF50D}" srcOrd="1" destOrd="0" presId="urn:microsoft.com/office/officeart/2017/3/layout/HorizontalLabelsTimeline"/>
    <dgm:cxn modelId="{48A1CC47-7A4F-4F87-BC8B-98BDCDFC647C}" type="presParOf" srcId="{061344D1-37BB-4AB9-A0D0-68FF9EBBF50D}" destId="{5757CF48-5F2D-4567-A89A-96A1C97A0BAF}" srcOrd="0" destOrd="0" presId="urn:microsoft.com/office/officeart/2017/3/layout/HorizontalLabelsTimeline"/>
    <dgm:cxn modelId="{90EF2835-B03C-488B-9D5A-1B5F34B24990}" type="presParOf" srcId="{5757CF48-5F2D-4567-A89A-96A1C97A0BAF}" destId="{23A315B0-8578-4EA7-B080-4496638FBFCB}" srcOrd="0" destOrd="0" presId="urn:microsoft.com/office/officeart/2017/3/layout/HorizontalLabelsTimeline"/>
    <dgm:cxn modelId="{CE241467-7A8F-496A-806D-0AB02C0BC539}" type="presParOf" srcId="{5757CF48-5F2D-4567-A89A-96A1C97A0BAF}" destId="{5328F9FE-6DD1-44A7-9D05-F76368A0A1F8}" srcOrd="1" destOrd="0" presId="urn:microsoft.com/office/officeart/2017/3/layout/HorizontalLabelsTimeline"/>
    <dgm:cxn modelId="{B85DAC36-CB98-4050-990E-644CD813DB84}" type="presParOf" srcId="{5328F9FE-6DD1-44A7-9D05-F76368A0A1F8}" destId="{CB17DAC6-02F6-4CF0-9175-27E3F50D4FDB}" srcOrd="0" destOrd="0" presId="urn:microsoft.com/office/officeart/2017/3/layout/HorizontalLabelsTimeline"/>
    <dgm:cxn modelId="{24DA7B7C-DC95-47EC-957A-29CBEAA224D3}" type="presParOf" srcId="{5328F9FE-6DD1-44A7-9D05-F76368A0A1F8}" destId="{E7DA0492-9DE8-4901-AD7C-F2130A511033}" srcOrd="1" destOrd="0" presId="urn:microsoft.com/office/officeart/2017/3/layout/HorizontalLabelsTimeline"/>
    <dgm:cxn modelId="{477CA076-25D6-443C-84BE-3AE23B6E80F2}" type="presParOf" srcId="{5757CF48-5F2D-4567-A89A-96A1C97A0BAF}" destId="{F7D3F38D-E8D6-40C4-A0E5-AF95F8BD2B9B}" srcOrd="2" destOrd="0" presId="urn:microsoft.com/office/officeart/2017/3/layout/HorizontalLabelsTimeline"/>
    <dgm:cxn modelId="{CC6F7301-8451-44B1-975B-DBD48CF681CF}" type="presParOf" srcId="{5757CF48-5F2D-4567-A89A-96A1C97A0BAF}" destId="{03BAC812-CF99-48FD-B889-ED74801E682C}" srcOrd="3" destOrd="0" presId="urn:microsoft.com/office/officeart/2017/3/layout/HorizontalLabelsTimeline"/>
    <dgm:cxn modelId="{235E5449-1DB1-44AA-91C6-654FC7736AE6}" type="presParOf" srcId="{5757CF48-5F2D-4567-A89A-96A1C97A0BAF}" destId="{64593F6D-D567-4DB2-80EE-2586EFA050E8}" srcOrd="4" destOrd="0" presId="urn:microsoft.com/office/officeart/2017/3/layout/HorizontalLabelsTimeline"/>
    <dgm:cxn modelId="{763E1A30-2B1D-483C-A4E4-44CD8AF5C9C4}" type="presParOf" srcId="{061344D1-37BB-4AB9-A0D0-68FF9EBBF50D}" destId="{A05B5975-39C6-4BDB-A532-196673525E53}" srcOrd="1" destOrd="0" presId="urn:microsoft.com/office/officeart/2017/3/layout/HorizontalLabelsTimeline"/>
    <dgm:cxn modelId="{FB476C0B-B48D-4B99-9343-CC0E054D898E}" type="presParOf" srcId="{061344D1-37BB-4AB9-A0D0-68FF9EBBF50D}" destId="{BA2299C8-66FB-431A-8085-0F9B4E50CC04}" srcOrd="2" destOrd="0" presId="urn:microsoft.com/office/officeart/2017/3/layout/HorizontalLabelsTimeline"/>
    <dgm:cxn modelId="{3B848CFB-F946-4051-8D16-416FFC5D5C04}" type="presParOf" srcId="{BA2299C8-66FB-431A-8085-0F9B4E50CC04}" destId="{1766734A-74FD-4FD4-8E43-C3F1F944B6E8}" srcOrd="0" destOrd="0" presId="urn:microsoft.com/office/officeart/2017/3/layout/HorizontalLabelsTimeline"/>
    <dgm:cxn modelId="{3298A6A6-FFC2-4C68-93BF-23A69D232697}" type="presParOf" srcId="{BA2299C8-66FB-431A-8085-0F9B4E50CC04}" destId="{7C8B31A4-AF50-4815-9E60-CF200922EBBC}" srcOrd="1" destOrd="0" presId="urn:microsoft.com/office/officeart/2017/3/layout/HorizontalLabelsTimeline"/>
    <dgm:cxn modelId="{117125DA-EB4F-4222-B6AA-007787E5CC95}" type="presParOf" srcId="{7C8B31A4-AF50-4815-9E60-CF200922EBBC}" destId="{B7D7CFF9-F126-42D2-8A4F-670FA0CD25D4}" srcOrd="0" destOrd="0" presId="urn:microsoft.com/office/officeart/2017/3/layout/HorizontalLabelsTimeline"/>
    <dgm:cxn modelId="{3DE64E0D-406B-4979-A063-11BD54EA03BB}" type="presParOf" srcId="{7C8B31A4-AF50-4815-9E60-CF200922EBBC}" destId="{20F80174-BF78-4654-A56E-CEE7E511A681}" srcOrd="1" destOrd="0" presId="urn:microsoft.com/office/officeart/2017/3/layout/HorizontalLabelsTimeline"/>
    <dgm:cxn modelId="{13FBB441-995A-43B7-9C62-8086D2202340}" type="presParOf" srcId="{BA2299C8-66FB-431A-8085-0F9B4E50CC04}" destId="{562DC70B-59FE-4218-A30B-01703456846C}" srcOrd="2" destOrd="0" presId="urn:microsoft.com/office/officeart/2017/3/layout/HorizontalLabelsTimeline"/>
    <dgm:cxn modelId="{760B4885-557C-41D6-8317-2AC4AF2DF506}" type="presParOf" srcId="{BA2299C8-66FB-431A-8085-0F9B4E50CC04}" destId="{2576C00A-16ED-4685-8DFE-50D2961C52F6}" srcOrd="3" destOrd="0" presId="urn:microsoft.com/office/officeart/2017/3/layout/HorizontalLabelsTimeline"/>
    <dgm:cxn modelId="{7E4F9FD8-ABC5-4404-BFB4-D8963585960B}" type="presParOf" srcId="{BA2299C8-66FB-431A-8085-0F9B4E50CC04}" destId="{7CE73BEB-928C-4898-BEA2-623A4A686316}" srcOrd="4" destOrd="0" presId="urn:microsoft.com/office/officeart/2017/3/layout/HorizontalLabels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DB44D32-2D97-45A4-A6B8-708460A700B0}"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2707ECD6-9B9A-4C9E-B808-809A2E825723}">
      <dgm:prSet/>
      <dgm:spPr/>
      <dgm:t>
        <a:bodyPr/>
        <a:lstStyle/>
        <a:p>
          <a:r>
            <a:rPr lang="en-US"/>
            <a:t>Inclusione trasversale</a:t>
          </a:r>
        </a:p>
      </dgm:t>
    </dgm:pt>
    <dgm:pt modelId="{4FB79DF3-E281-4920-AB9F-F4ED55059892}" type="parTrans" cxnId="{41850EC1-52B5-449C-A817-BD6D04F9B8E1}">
      <dgm:prSet/>
      <dgm:spPr/>
      <dgm:t>
        <a:bodyPr/>
        <a:lstStyle/>
        <a:p>
          <a:endParaRPr lang="en-US"/>
        </a:p>
      </dgm:t>
    </dgm:pt>
    <dgm:pt modelId="{DD9C21E7-883E-43A6-9D37-5C537811DF58}" type="sibTrans" cxnId="{41850EC1-52B5-449C-A817-BD6D04F9B8E1}">
      <dgm:prSet/>
      <dgm:spPr/>
      <dgm:t>
        <a:bodyPr/>
        <a:lstStyle/>
        <a:p>
          <a:endParaRPr lang="en-US"/>
        </a:p>
      </dgm:t>
    </dgm:pt>
    <dgm:pt modelId="{8754C7B4-F18A-4A38-A524-8ECB719163C3}">
      <dgm:prSet/>
      <dgm:spPr/>
      <dgm:t>
        <a:bodyPr/>
        <a:lstStyle/>
        <a:p>
          <a:r>
            <a:rPr lang="en-US"/>
            <a:t>Responsabilità condivisa</a:t>
          </a:r>
        </a:p>
      </dgm:t>
    </dgm:pt>
    <dgm:pt modelId="{AC41E9BE-69FA-4966-A287-5BEA92D73794}" type="parTrans" cxnId="{94919566-FC15-4A18-B7F8-0DE556B9C4A3}">
      <dgm:prSet/>
      <dgm:spPr/>
      <dgm:t>
        <a:bodyPr/>
        <a:lstStyle/>
        <a:p>
          <a:endParaRPr lang="en-US"/>
        </a:p>
      </dgm:t>
    </dgm:pt>
    <dgm:pt modelId="{6D359CB7-920E-4952-8AFA-7B08E1C931A3}" type="sibTrans" cxnId="{94919566-FC15-4A18-B7F8-0DE556B9C4A3}">
      <dgm:prSet/>
      <dgm:spPr/>
      <dgm:t>
        <a:bodyPr/>
        <a:lstStyle/>
        <a:p>
          <a:endParaRPr lang="en-US"/>
        </a:p>
      </dgm:t>
    </dgm:pt>
    <dgm:pt modelId="{4A190D2D-D881-4AC3-8F18-A5ED4F2F9995}">
      <dgm:prSet/>
      <dgm:spPr/>
      <dgm:t>
        <a:bodyPr/>
        <a:lstStyle/>
        <a:p>
          <a:r>
            <a:rPr lang="en-US"/>
            <a:t>Prevenzione disuguaglianze.</a:t>
          </a:r>
        </a:p>
      </dgm:t>
    </dgm:pt>
    <dgm:pt modelId="{4A64317B-2C03-4335-929D-E3A57B51C61C}" type="parTrans" cxnId="{A2595E13-1133-4C3F-8D15-C5B16F3C1F55}">
      <dgm:prSet/>
      <dgm:spPr/>
      <dgm:t>
        <a:bodyPr/>
        <a:lstStyle/>
        <a:p>
          <a:endParaRPr lang="en-US"/>
        </a:p>
      </dgm:t>
    </dgm:pt>
    <dgm:pt modelId="{697E842A-CE37-4AAF-91A3-61A198259B29}" type="sibTrans" cxnId="{A2595E13-1133-4C3F-8D15-C5B16F3C1F55}">
      <dgm:prSet/>
      <dgm:spPr/>
      <dgm:t>
        <a:bodyPr/>
        <a:lstStyle/>
        <a:p>
          <a:endParaRPr lang="en-US"/>
        </a:p>
      </dgm:t>
    </dgm:pt>
    <dgm:pt modelId="{B8B3823B-A900-4B2E-A51A-90995E488A36}" type="pres">
      <dgm:prSet presAssocID="{2DB44D32-2D97-45A4-A6B8-708460A700B0}" presName="linear" presStyleCnt="0">
        <dgm:presLayoutVars>
          <dgm:animLvl val="lvl"/>
          <dgm:resizeHandles val="exact"/>
        </dgm:presLayoutVars>
      </dgm:prSet>
      <dgm:spPr/>
    </dgm:pt>
    <dgm:pt modelId="{3D280044-4775-4721-99E5-4A89191E012C}" type="pres">
      <dgm:prSet presAssocID="{2707ECD6-9B9A-4C9E-B808-809A2E825723}" presName="parentText" presStyleLbl="node1" presStyleIdx="0" presStyleCnt="3">
        <dgm:presLayoutVars>
          <dgm:chMax val="0"/>
          <dgm:bulletEnabled val="1"/>
        </dgm:presLayoutVars>
      </dgm:prSet>
      <dgm:spPr/>
    </dgm:pt>
    <dgm:pt modelId="{6B73418B-C2CE-4200-B7BE-0EF815956F35}" type="pres">
      <dgm:prSet presAssocID="{DD9C21E7-883E-43A6-9D37-5C537811DF58}" presName="spacer" presStyleCnt="0"/>
      <dgm:spPr/>
    </dgm:pt>
    <dgm:pt modelId="{DB817827-0445-4511-BDEF-7648083B97E2}" type="pres">
      <dgm:prSet presAssocID="{8754C7B4-F18A-4A38-A524-8ECB719163C3}" presName="parentText" presStyleLbl="node1" presStyleIdx="1" presStyleCnt="3">
        <dgm:presLayoutVars>
          <dgm:chMax val="0"/>
          <dgm:bulletEnabled val="1"/>
        </dgm:presLayoutVars>
      </dgm:prSet>
      <dgm:spPr/>
    </dgm:pt>
    <dgm:pt modelId="{B66022E5-E353-4330-9A89-C9BC2A68BDC1}" type="pres">
      <dgm:prSet presAssocID="{6D359CB7-920E-4952-8AFA-7B08E1C931A3}" presName="spacer" presStyleCnt="0"/>
      <dgm:spPr/>
    </dgm:pt>
    <dgm:pt modelId="{BA357149-BA62-47C8-A2C3-36D4C1C38DE9}" type="pres">
      <dgm:prSet presAssocID="{4A190D2D-D881-4AC3-8F18-A5ED4F2F9995}" presName="parentText" presStyleLbl="node1" presStyleIdx="2" presStyleCnt="3">
        <dgm:presLayoutVars>
          <dgm:chMax val="0"/>
          <dgm:bulletEnabled val="1"/>
        </dgm:presLayoutVars>
      </dgm:prSet>
      <dgm:spPr/>
    </dgm:pt>
  </dgm:ptLst>
  <dgm:cxnLst>
    <dgm:cxn modelId="{51DB2610-7BA4-43C1-9C45-44CFF1B9E6B8}" type="presOf" srcId="{2DB44D32-2D97-45A4-A6B8-708460A700B0}" destId="{B8B3823B-A900-4B2E-A51A-90995E488A36}" srcOrd="0" destOrd="0" presId="urn:microsoft.com/office/officeart/2005/8/layout/vList2"/>
    <dgm:cxn modelId="{A2595E13-1133-4C3F-8D15-C5B16F3C1F55}" srcId="{2DB44D32-2D97-45A4-A6B8-708460A700B0}" destId="{4A190D2D-D881-4AC3-8F18-A5ED4F2F9995}" srcOrd="2" destOrd="0" parTransId="{4A64317B-2C03-4335-929D-E3A57B51C61C}" sibTransId="{697E842A-CE37-4AAF-91A3-61A198259B29}"/>
    <dgm:cxn modelId="{8133EE2C-1AC3-40BA-BCC6-8FC13D108CA1}" type="presOf" srcId="{8754C7B4-F18A-4A38-A524-8ECB719163C3}" destId="{DB817827-0445-4511-BDEF-7648083B97E2}" srcOrd="0" destOrd="0" presId="urn:microsoft.com/office/officeart/2005/8/layout/vList2"/>
    <dgm:cxn modelId="{6343D660-79C3-4F99-BF6C-53380BDB107C}" type="presOf" srcId="{4A190D2D-D881-4AC3-8F18-A5ED4F2F9995}" destId="{BA357149-BA62-47C8-A2C3-36D4C1C38DE9}" srcOrd="0" destOrd="0" presId="urn:microsoft.com/office/officeart/2005/8/layout/vList2"/>
    <dgm:cxn modelId="{94919566-FC15-4A18-B7F8-0DE556B9C4A3}" srcId="{2DB44D32-2D97-45A4-A6B8-708460A700B0}" destId="{8754C7B4-F18A-4A38-A524-8ECB719163C3}" srcOrd="1" destOrd="0" parTransId="{AC41E9BE-69FA-4966-A287-5BEA92D73794}" sibTransId="{6D359CB7-920E-4952-8AFA-7B08E1C931A3}"/>
    <dgm:cxn modelId="{41850EC1-52B5-449C-A817-BD6D04F9B8E1}" srcId="{2DB44D32-2D97-45A4-A6B8-708460A700B0}" destId="{2707ECD6-9B9A-4C9E-B808-809A2E825723}" srcOrd="0" destOrd="0" parTransId="{4FB79DF3-E281-4920-AB9F-F4ED55059892}" sibTransId="{DD9C21E7-883E-43A6-9D37-5C537811DF58}"/>
    <dgm:cxn modelId="{9AFA59D8-D2EF-47F7-8374-48905E19C6F7}" type="presOf" srcId="{2707ECD6-9B9A-4C9E-B808-809A2E825723}" destId="{3D280044-4775-4721-99E5-4A89191E012C}" srcOrd="0" destOrd="0" presId="urn:microsoft.com/office/officeart/2005/8/layout/vList2"/>
    <dgm:cxn modelId="{41ADBFD8-FE86-40CB-8EC9-8B7E6B2E1B0D}" type="presParOf" srcId="{B8B3823B-A900-4B2E-A51A-90995E488A36}" destId="{3D280044-4775-4721-99E5-4A89191E012C}" srcOrd="0" destOrd="0" presId="urn:microsoft.com/office/officeart/2005/8/layout/vList2"/>
    <dgm:cxn modelId="{28030994-F0BA-4F43-8C05-C9EEB5A0B2FB}" type="presParOf" srcId="{B8B3823B-A900-4B2E-A51A-90995E488A36}" destId="{6B73418B-C2CE-4200-B7BE-0EF815956F35}" srcOrd="1" destOrd="0" presId="urn:microsoft.com/office/officeart/2005/8/layout/vList2"/>
    <dgm:cxn modelId="{49E0D246-636D-42E1-B273-98AD6B092F96}" type="presParOf" srcId="{B8B3823B-A900-4B2E-A51A-90995E488A36}" destId="{DB817827-0445-4511-BDEF-7648083B97E2}" srcOrd="2" destOrd="0" presId="urn:microsoft.com/office/officeart/2005/8/layout/vList2"/>
    <dgm:cxn modelId="{FD0FDC26-C724-45D0-8CD3-09FF0B21460D}" type="presParOf" srcId="{B8B3823B-A900-4B2E-A51A-90995E488A36}" destId="{B66022E5-E353-4330-9A89-C9BC2A68BDC1}" srcOrd="3" destOrd="0" presId="urn:microsoft.com/office/officeart/2005/8/layout/vList2"/>
    <dgm:cxn modelId="{2A67DF5E-3025-46E4-B7F0-A299E11D9B44}" type="presParOf" srcId="{B8B3823B-A900-4B2E-A51A-90995E488A36}" destId="{BA357149-BA62-47C8-A2C3-36D4C1C38DE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7014227-ECDD-4DC0-BFD8-A70087F55C1E}"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135788CC-7575-48BD-B589-CE250919F834}">
      <dgm:prSet/>
      <dgm:spPr/>
      <dgm:t>
        <a:bodyPr/>
        <a:lstStyle/>
        <a:p>
          <a:r>
            <a:rPr lang="en-US"/>
            <a:t>Urbanistica attenta alla sicurezza</a:t>
          </a:r>
        </a:p>
      </dgm:t>
    </dgm:pt>
    <dgm:pt modelId="{F63F2DB0-BF31-4825-995C-20729E6A1B84}" type="parTrans" cxnId="{CD508DBA-2EFE-44D3-AAA1-150053D17A18}">
      <dgm:prSet/>
      <dgm:spPr/>
      <dgm:t>
        <a:bodyPr/>
        <a:lstStyle/>
        <a:p>
          <a:endParaRPr lang="en-US"/>
        </a:p>
      </dgm:t>
    </dgm:pt>
    <dgm:pt modelId="{DF492DE8-0849-4B61-A1E9-33CA125BC176}" type="sibTrans" cxnId="{CD508DBA-2EFE-44D3-AAA1-150053D17A18}">
      <dgm:prSet/>
      <dgm:spPr/>
      <dgm:t>
        <a:bodyPr/>
        <a:lstStyle/>
        <a:p>
          <a:endParaRPr lang="en-US"/>
        </a:p>
      </dgm:t>
    </dgm:pt>
    <dgm:pt modelId="{9C60EE6F-F178-4C37-B802-2074D640008D}">
      <dgm:prSet/>
      <dgm:spPr/>
      <dgm:t>
        <a:bodyPr/>
        <a:lstStyle/>
        <a:p>
          <a:r>
            <a:rPr lang="en-US"/>
            <a:t>Politiche del lavoro sensibili al gender gap.</a:t>
          </a:r>
        </a:p>
      </dgm:t>
    </dgm:pt>
    <dgm:pt modelId="{83E7DA25-7C09-416A-BE4E-8F830EB7A77A}" type="parTrans" cxnId="{6B0B8547-AB49-494C-AD00-4976CFBAB8A1}">
      <dgm:prSet/>
      <dgm:spPr/>
      <dgm:t>
        <a:bodyPr/>
        <a:lstStyle/>
        <a:p>
          <a:endParaRPr lang="en-US"/>
        </a:p>
      </dgm:t>
    </dgm:pt>
    <dgm:pt modelId="{2DEB4C4A-2562-44A0-8911-C4DA682C7B0F}" type="sibTrans" cxnId="{6B0B8547-AB49-494C-AD00-4976CFBAB8A1}">
      <dgm:prSet/>
      <dgm:spPr/>
      <dgm:t>
        <a:bodyPr/>
        <a:lstStyle/>
        <a:p>
          <a:endParaRPr lang="en-US"/>
        </a:p>
      </dgm:t>
    </dgm:pt>
    <dgm:pt modelId="{EF5CE90A-2CD2-47AE-9A94-ED810D970AAD}" type="pres">
      <dgm:prSet presAssocID="{67014227-ECDD-4DC0-BFD8-A70087F55C1E}" presName="linear" presStyleCnt="0">
        <dgm:presLayoutVars>
          <dgm:animLvl val="lvl"/>
          <dgm:resizeHandles val="exact"/>
        </dgm:presLayoutVars>
      </dgm:prSet>
      <dgm:spPr/>
    </dgm:pt>
    <dgm:pt modelId="{686D6219-30EE-4A5C-9AD0-8553B05DF331}" type="pres">
      <dgm:prSet presAssocID="{135788CC-7575-48BD-B589-CE250919F834}" presName="parentText" presStyleLbl="node1" presStyleIdx="0" presStyleCnt="2">
        <dgm:presLayoutVars>
          <dgm:chMax val="0"/>
          <dgm:bulletEnabled val="1"/>
        </dgm:presLayoutVars>
      </dgm:prSet>
      <dgm:spPr/>
    </dgm:pt>
    <dgm:pt modelId="{E03DD205-3C49-4D04-A740-59C9FA03FEB5}" type="pres">
      <dgm:prSet presAssocID="{DF492DE8-0849-4B61-A1E9-33CA125BC176}" presName="spacer" presStyleCnt="0"/>
      <dgm:spPr/>
    </dgm:pt>
    <dgm:pt modelId="{830A0FC4-E836-4E50-AAA5-A436B96993C6}" type="pres">
      <dgm:prSet presAssocID="{9C60EE6F-F178-4C37-B802-2074D640008D}" presName="parentText" presStyleLbl="node1" presStyleIdx="1" presStyleCnt="2">
        <dgm:presLayoutVars>
          <dgm:chMax val="0"/>
          <dgm:bulletEnabled val="1"/>
        </dgm:presLayoutVars>
      </dgm:prSet>
      <dgm:spPr/>
    </dgm:pt>
  </dgm:ptLst>
  <dgm:cxnLst>
    <dgm:cxn modelId="{4B82ED60-83D4-4E42-93DD-648ABCAF8541}" type="presOf" srcId="{67014227-ECDD-4DC0-BFD8-A70087F55C1E}" destId="{EF5CE90A-2CD2-47AE-9A94-ED810D970AAD}" srcOrd="0" destOrd="0" presId="urn:microsoft.com/office/officeart/2005/8/layout/vList2"/>
    <dgm:cxn modelId="{2C4E3241-33DE-408E-9C0A-E7E08514900D}" type="presOf" srcId="{135788CC-7575-48BD-B589-CE250919F834}" destId="{686D6219-30EE-4A5C-9AD0-8553B05DF331}" srcOrd="0" destOrd="0" presId="urn:microsoft.com/office/officeart/2005/8/layout/vList2"/>
    <dgm:cxn modelId="{6B0B8547-AB49-494C-AD00-4976CFBAB8A1}" srcId="{67014227-ECDD-4DC0-BFD8-A70087F55C1E}" destId="{9C60EE6F-F178-4C37-B802-2074D640008D}" srcOrd="1" destOrd="0" parTransId="{83E7DA25-7C09-416A-BE4E-8F830EB7A77A}" sibTransId="{2DEB4C4A-2562-44A0-8911-C4DA682C7B0F}"/>
    <dgm:cxn modelId="{CD508DBA-2EFE-44D3-AAA1-150053D17A18}" srcId="{67014227-ECDD-4DC0-BFD8-A70087F55C1E}" destId="{135788CC-7575-48BD-B589-CE250919F834}" srcOrd="0" destOrd="0" parTransId="{F63F2DB0-BF31-4825-995C-20729E6A1B84}" sibTransId="{DF492DE8-0849-4B61-A1E9-33CA125BC176}"/>
    <dgm:cxn modelId="{83A259FC-A43D-4CE9-9489-285BA8C9E257}" type="presOf" srcId="{9C60EE6F-F178-4C37-B802-2074D640008D}" destId="{830A0FC4-E836-4E50-AAA5-A436B96993C6}" srcOrd="0" destOrd="0" presId="urn:microsoft.com/office/officeart/2005/8/layout/vList2"/>
    <dgm:cxn modelId="{82F0125D-F254-4CDB-9E0F-C0C873D88A30}" type="presParOf" srcId="{EF5CE90A-2CD2-47AE-9A94-ED810D970AAD}" destId="{686D6219-30EE-4A5C-9AD0-8553B05DF331}" srcOrd="0" destOrd="0" presId="urn:microsoft.com/office/officeart/2005/8/layout/vList2"/>
    <dgm:cxn modelId="{7BF3FFA7-EAB8-4D74-B408-AF2456843921}" type="presParOf" srcId="{EF5CE90A-2CD2-47AE-9A94-ED810D970AAD}" destId="{E03DD205-3C49-4D04-A740-59C9FA03FEB5}" srcOrd="1" destOrd="0" presId="urn:microsoft.com/office/officeart/2005/8/layout/vList2"/>
    <dgm:cxn modelId="{D2C9486A-9659-4B74-9E52-C28E212AC408}" type="presParOf" srcId="{EF5CE90A-2CD2-47AE-9A94-ED810D970AAD}" destId="{830A0FC4-E836-4E50-AAA5-A436B96993C6}"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F6F38AB-4D3A-4E08-B9EC-2C8EFFFDD620}"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5E35680B-49A4-4308-AABA-E95D4CD5A478}">
      <dgm:prSet/>
      <dgm:spPr/>
      <dgm:t>
        <a:bodyPr/>
        <a:lstStyle/>
        <a:p>
          <a:r>
            <a:rPr lang="en-US"/>
            <a:t>Migliora equità e qualità delle politiche.</a:t>
          </a:r>
        </a:p>
      </dgm:t>
    </dgm:pt>
    <dgm:pt modelId="{783DE1F2-21F9-46DE-B0F7-FB695E7AC714}" type="parTrans" cxnId="{F5595937-2C0E-4687-B0A9-10797B6C6A3E}">
      <dgm:prSet/>
      <dgm:spPr/>
      <dgm:t>
        <a:bodyPr/>
        <a:lstStyle/>
        <a:p>
          <a:endParaRPr lang="en-US"/>
        </a:p>
      </dgm:t>
    </dgm:pt>
    <dgm:pt modelId="{10CECFDD-BF19-44F0-9A28-CAAC1878CE3A}" type="sibTrans" cxnId="{F5595937-2C0E-4687-B0A9-10797B6C6A3E}">
      <dgm:prSet/>
      <dgm:spPr/>
      <dgm:t>
        <a:bodyPr/>
        <a:lstStyle/>
        <a:p>
          <a:endParaRPr lang="en-US"/>
        </a:p>
      </dgm:t>
    </dgm:pt>
    <dgm:pt modelId="{B81C8631-AF1F-42B5-B55E-2291A412773F}">
      <dgm:prSet/>
      <dgm:spPr/>
      <dgm:t>
        <a:bodyPr/>
        <a:lstStyle/>
        <a:p>
          <a:r>
            <a:rPr lang="en-US"/>
            <a:t>Rafforza la democrazia.</a:t>
          </a:r>
        </a:p>
      </dgm:t>
    </dgm:pt>
    <dgm:pt modelId="{7A30722C-50CF-4F6B-9CB5-F09169B3F6B7}" type="parTrans" cxnId="{EA98699C-BB9E-407D-A235-88D73E06A2EE}">
      <dgm:prSet/>
      <dgm:spPr/>
      <dgm:t>
        <a:bodyPr/>
        <a:lstStyle/>
        <a:p>
          <a:endParaRPr lang="en-US"/>
        </a:p>
      </dgm:t>
    </dgm:pt>
    <dgm:pt modelId="{9CAE3392-5B94-41BA-B1D9-9EC8E6B27B71}" type="sibTrans" cxnId="{EA98699C-BB9E-407D-A235-88D73E06A2EE}">
      <dgm:prSet/>
      <dgm:spPr/>
      <dgm:t>
        <a:bodyPr/>
        <a:lstStyle/>
        <a:p>
          <a:endParaRPr lang="en-US"/>
        </a:p>
      </dgm:t>
    </dgm:pt>
    <dgm:pt modelId="{D268C088-DC80-4775-AA8F-958AF3D14D1E}" type="pres">
      <dgm:prSet presAssocID="{EF6F38AB-4D3A-4E08-B9EC-2C8EFFFDD620}" presName="linear" presStyleCnt="0">
        <dgm:presLayoutVars>
          <dgm:animLvl val="lvl"/>
          <dgm:resizeHandles val="exact"/>
        </dgm:presLayoutVars>
      </dgm:prSet>
      <dgm:spPr/>
    </dgm:pt>
    <dgm:pt modelId="{BC2D414C-2141-492F-9CA8-44F54A764D49}" type="pres">
      <dgm:prSet presAssocID="{5E35680B-49A4-4308-AABA-E95D4CD5A478}" presName="parentText" presStyleLbl="node1" presStyleIdx="0" presStyleCnt="2">
        <dgm:presLayoutVars>
          <dgm:chMax val="0"/>
          <dgm:bulletEnabled val="1"/>
        </dgm:presLayoutVars>
      </dgm:prSet>
      <dgm:spPr/>
    </dgm:pt>
    <dgm:pt modelId="{F1C25F0B-E6C9-40E3-821D-0D69AA786321}" type="pres">
      <dgm:prSet presAssocID="{10CECFDD-BF19-44F0-9A28-CAAC1878CE3A}" presName="spacer" presStyleCnt="0"/>
      <dgm:spPr/>
    </dgm:pt>
    <dgm:pt modelId="{EEE8058B-1F0A-4AF3-A0A6-040AF84968A4}" type="pres">
      <dgm:prSet presAssocID="{B81C8631-AF1F-42B5-B55E-2291A412773F}" presName="parentText" presStyleLbl="node1" presStyleIdx="1" presStyleCnt="2">
        <dgm:presLayoutVars>
          <dgm:chMax val="0"/>
          <dgm:bulletEnabled val="1"/>
        </dgm:presLayoutVars>
      </dgm:prSet>
      <dgm:spPr/>
    </dgm:pt>
  </dgm:ptLst>
  <dgm:cxnLst>
    <dgm:cxn modelId="{2605512D-E4E0-4318-A119-8FF246D6DFC5}" type="presOf" srcId="{EF6F38AB-4D3A-4E08-B9EC-2C8EFFFDD620}" destId="{D268C088-DC80-4775-AA8F-958AF3D14D1E}" srcOrd="0" destOrd="0" presId="urn:microsoft.com/office/officeart/2005/8/layout/vList2"/>
    <dgm:cxn modelId="{F5595937-2C0E-4687-B0A9-10797B6C6A3E}" srcId="{EF6F38AB-4D3A-4E08-B9EC-2C8EFFFDD620}" destId="{5E35680B-49A4-4308-AABA-E95D4CD5A478}" srcOrd="0" destOrd="0" parTransId="{783DE1F2-21F9-46DE-B0F7-FB695E7AC714}" sibTransId="{10CECFDD-BF19-44F0-9A28-CAAC1878CE3A}"/>
    <dgm:cxn modelId="{72FC6C97-A8F2-4A1A-ADA6-13EBDA3C2762}" type="presOf" srcId="{5E35680B-49A4-4308-AABA-E95D4CD5A478}" destId="{BC2D414C-2141-492F-9CA8-44F54A764D49}" srcOrd="0" destOrd="0" presId="urn:microsoft.com/office/officeart/2005/8/layout/vList2"/>
    <dgm:cxn modelId="{EA98699C-BB9E-407D-A235-88D73E06A2EE}" srcId="{EF6F38AB-4D3A-4E08-B9EC-2C8EFFFDD620}" destId="{B81C8631-AF1F-42B5-B55E-2291A412773F}" srcOrd="1" destOrd="0" parTransId="{7A30722C-50CF-4F6B-9CB5-F09169B3F6B7}" sibTransId="{9CAE3392-5B94-41BA-B1D9-9EC8E6B27B71}"/>
    <dgm:cxn modelId="{458907EC-0E78-4B4F-8D13-C26CE21035BF}" type="presOf" srcId="{B81C8631-AF1F-42B5-B55E-2291A412773F}" destId="{EEE8058B-1F0A-4AF3-A0A6-040AF84968A4}" srcOrd="0" destOrd="0" presId="urn:microsoft.com/office/officeart/2005/8/layout/vList2"/>
    <dgm:cxn modelId="{CC4802B6-A368-4912-9730-2A66034031A3}" type="presParOf" srcId="{D268C088-DC80-4775-AA8F-958AF3D14D1E}" destId="{BC2D414C-2141-492F-9CA8-44F54A764D49}" srcOrd="0" destOrd="0" presId="urn:microsoft.com/office/officeart/2005/8/layout/vList2"/>
    <dgm:cxn modelId="{953D62A3-BEA8-4DAC-9BC0-D6FBC2326FA9}" type="presParOf" srcId="{D268C088-DC80-4775-AA8F-958AF3D14D1E}" destId="{F1C25F0B-E6C9-40E3-821D-0D69AA786321}" srcOrd="1" destOrd="0" presId="urn:microsoft.com/office/officeart/2005/8/layout/vList2"/>
    <dgm:cxn modelId="{55847879-035E-43D4-9674-9E5FA9C68BBF}" type="presParOf" srcId="{D268C088-DC80-4775-AA8F-958AF3D14D1E}" destId="{EEE8058B-1F0A-4AF3-A0A6-040AF84968A4}"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4D8C016-C406-4292-9389-3EC7B9C046A4}"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6C088ABD-2EBE-447A-89FD-4C42C8616367}">
      <dgm:prSet/>
      <dgm:spPr/>
      <dgm:t>
        <a:bodyPr/>
        <a:lstStyle/>
        <a:p>
          <a:r>
            <a:rPr lang="en-US"/>
            <a:t>Implementazione frammentata</a:t>
          </a:r>
        </a:p>
      </dgm:t>
    </dgm:pt>
    <dgm:pt modelId="{6323FAE7-E497-49F8-9C7F-98A77317AFC4}" type="parTrans" cxnId="{96183364-B4D0-431D-8B1C-461FC65553CE}">
      <dgm:prSet/>
      <dgm:spPr/>
      <dgm:t>
        <a:bodyPr/>
        <a:lstStyle/>
        <a:p>
          <a:endParaRPr lang="en-US"/>
        </a:p>
      </dgm:t>
    </dgm:pt>
    <dgm:pt modelId="{627888A0-47D7-4394-AF43-0FC223ABF171}" type="sibTrans" cxnId="{96183364-B4D0-431D-8B1C-461FC65553CE}">
      <dgm:prSet/>
      <dgm:spPr/>
      <dgm:t>
        <a:bodyPr/>
        <a:lstStyle/>
        <a:p>
          <a:endParaRPr lang="en-US"/>
        </a:p>
      </dgm:t>
    </dgm:pt>
    <dgm:pt modelId="{43556058-95F0-48E9-AA5F-A3338EE57A1B}">
      <dgm:prSet/>
      <dgm:spPr/>
      <dgm:t>
        <a:bodyPr/>
        <a:lstStyle/>
        <a:p>
          <a:r>
            <a:rPr lang="en-US"/>
            <a:t>Rischio di gender washing.</a:t>
          </a:r>
        </a:p>
      </dgm:t>
    </dgm:pt>
    <dgm:pt modelId="{08849332-657F-4D59-8893-F33366295E28}" type="parTrans" cxnId="{DD0F4CC2-BDEB-4537-8255-2AB0A954EBDA}">
      <dgm:prSet/>
      <dgm:spPr/>
      <dgm:t>
        <a:bodyPr/>
        <a:lstStyle/>
        <a:p>
          <a:endParaRPr lang="en-US"/>
        </a:p>
      </dgm:t>
    </dgm:pt>
    <dgm:pt modelId="{4D85C58C-338D-459D-B505-F79868741E91}" type="sibTrans" cxnId="{DD0F4CC2-BDEB-4537-8255-2AB0A954EBDA}">
      <dgm:prSet/>
      <dgm:spPr/>
      <dgm:t>
        <a:bodyPr/>
        <a:lstStyle/>
        <a:p>
          <a:endParaRPr lang="en-US"/>
        </a:p>
      </dgm:t>
    </dgm:pt>
    <dgm:pt modelId="{78A789D3-DDAE-440A-BDA4-FA49C9807F16}" type="pres">
      <dgm:prSet presAssocID="{74D8C016-C406-4292-9389-3EC7B9C046A4}" presName="linear" presStyleCnt="0">
        <dgm:presLayoutVars>
          <dgm:animLvl val="lvl"/>
          <dgm:resizeHandles val="exact"/>
        </dgm:presLayoutVars>
      </dgm:prSet>
      <dgm:spPr/>
    </dgm:pt>
    <dgm:pt modelId="{2793A1D6-ED86-4FDE-9646-94A04B0295D0}" type="pres">
      <dgm:prSet presAssocID="{6C088ABD-2EBE-447A-89FD-4C42C8616367}" presName="parentText" presStyleLbl="node1" presStyleIdx="0" presStyleCnt="2">
        <dgm:presLayoutVars>
          <dgm:chMax val="0"/>
          <dgm:bulletEnabled val="1"/>
        </dgm:presLayoutVars>
      </dgm:prSet>
      <dgm:spPr/>
    </dgm:pt>
    <dgm:pt modelId="{8723BB55-FEF5-46A3-98DD-DDC3A998CFDF}" type="pres">
      <dgm:prSet presAssocID="{627888A0-47D7-4394-AF43-0FC223ABF171}" presName="spacer" presStyleCnt="0"/>
      <dgm:spPr/>
    </dgm:pt>
    <dgm:pt modelId="{DFFF6348-729A-454C-9B21-97B5645779DC}" type="pres">
      <dgm:prSet presAssocID="{43556058-95F0-48E9-AA5F-A3338EE57A1B}" presName="parentText" presStyleLbl="node1" presStyleIdx="1" presStyleCnt="2">
        <dgm:presLayoutVars>
          <dgm:chMax val="0"/>
          <dgm:bulletEnabled val="1"/>
        </dgm:presLayoutVars>
      </dgm:prSet>
      <dgm:spPr/>
    </dgm:pt>
  </dgm:ptLst>
  <dgm:cxnLst>
    <dgm:cxn modelId="{96183364-B4D0-431D-8B1C-461FC65553CE}" srcId="{74D8C016-C406-4292-9389-3EC7B9C046A4}" destId="{6C088ABD-2EBE-447A-89FD-4C42C8616367}" srcOrd="0" destOrd="0" parTransId="{6323FAE7-E497-49F8-9C7F-98A77317AFC4}" sibTransId="{627888A0-47D7-4394-AF43-0FC223ABF171}"/>
    <dgm:cxn modelId="{BB736E46-1BC5-4589-AC0B-9F880F035F14}" type="presOf" srcId="{6C088ABD-2EBE-447A-89FD-4C42C8616367}" destId="{2793A1D6-ED86-4FDE-9646-94A04B0295D0}" srcOrd="0" destOrd="0" presId="urn:microsoft.com/office/officeart/2005/8/layout/vList2"/>
    <dgm:cxn modelId="{A9058F84-F7B3-4FD5-A6A2-D18E36BF16D4}" type="presOf" srcId="{74D8C016-C406-4292-9389-3EC7B9C046A4}" destId="{78A789D3-DDAE-440A-BDA4-FA49C9807F16}" srcOrd="0" destOrd="0" presId="urn:microsoft.com/office/officeart/2005/8/layout/vList2"/>
    <dgm:cxn modelId="{DD0F4CC2-BDEB-4537-8255-2AB0A954EBDA}" srcId="{74D8C016-C406-4292-9389-3EC7B9C046A4}" destId="{43556058-95F0-48E9-AA5F-A3338EE57A1B}" srcOrd="1" destOrd="0" parTransId="{08849332-657F-4D59-8893-F33366295E28}" sibTransId="{4D85C58C-338D-459D-B505-F79868741E91}"/>
    <dgm:cxn modelId="{D7D55ED3-E9EA-4593-94FA-26B741B395EF}" type="presOf" srcId="{43556058-95F0-48E9-AA5F-A3338EE57A1B}" destId="{DFFF6348-729A-454C-9B21-97B5645779DC}" srcOrd="0" destOrd="0" presId="urn:microsoft.com/office/officeart/2005/8/layout/vList2"/>
    <dgm:cxn modelId="{DF42874F-FF28-4B74-82D9-AB7FD57B024E}" type="presParOf" srcId="{78A789D3-DDAE-440A-BDA4-FA49C9807F16}" destId="{2793A1D6-ED86-4FDE-9646-94A04B0295D0}" srcOrd="0" destOrd="0" presId="urn:microsoft.com/office/officeart/2005/8/layout/vList2"/>
    <dgm:cxn modelId="{54CC0CC9-272B-44FE-A459-BBC887415888}" type="presParOf" srcId="{78A789D3-DDAE-440A-BDA4-FA49C9807F16}" destId="{8723BB55-FEF5-46A3-98DD-DDC3A998CFDF}" srcOrd="1" destOrd="0" presId="urn:microsoft.com/office/officeart/2005/8/layout/vList2"/>
    <dgm:cxn modelId="{46B048AF-4AD2-4464-9D8B-F4C283CB8288}" type="presParOf" srcId="{78A789D3-DDAE-440A-BDA4-FA49C9807F16}" destId="{DFFF6348-729A-454C-9B21-97B5645779D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BFAF583-D522-4FF1-AA55-1FA158078771}"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E6639C46-9B0E-47BB-97CD-6309EFC19337}">
      <dgm:prSet/>
      <dgm:spPr/>
      <dgm:t>
        <a:bodyPr/>
        <a:lstStyle/>
        <a:p>
          <a:r>
            <a:rPr lang="en-US"/>
            <a:t>Gender Impact Assessment</a:t>
          </a:r>
        </a:p>
      </dgm:t>
    </dgm:pt>
    <dgm:pt modelId="{5336EA73-2F2A-4B3E-A283-FEDD64AE3FB3}" type="parTrans" cxnId="{8EF8B0B9-AC6E-4B6A-9444-D323C6CA84E1}">
      <dgm:prSet/>
      <dgm:spPr/>
      <dgm:t>
        <a:bodyPr/>
        <a:lstStyle/>
        <a:p>
          <a:endParaRPr lang="en-US"/>
        </a:p>
      </dgm:t>
    </dgm:pt>
    <dgm:pt modelId="{335E120E-5019-46F3-9B9A-F4E4B1681D7A}" type="sibTrans" cxnId="{8EF8B0B9-AC6E-4B6A-9444-D323C6CA84E1}">
      <dgm:prSet/>
      <dgm:spPr/>
      <dgm:t>
        <a:bodyPr/>
        <a:lstStyle/>
        <a:p>
          <a:endParaRPr lang="en-US"/>
        </a:p>
      </dgm:t>
    </dgm:pt>
    <dgm:pt modelId="{A1D24C96-34B6-42AE-BA03-AF2C389C8179}">
      <dgm:prSet/>
      <dgm:spPr/>
      <dgm:t>
        <a:bodyPr/>
        <a:lstStyle/>
        <a:p>
          <a:r>
            <a:rPr lang="en-US"/>
            <a:t>Gender Budgeting.</a:t>
          </a:r>
        </a:p>
      </dgm:t>
    </dgm:pt>
    <dgm:pt modelId="{F39227A2-72B9-4653-BD78-7CC8F87AC80D}" type="parTrans" cxnId="{8BBC2B78-A7F0-48A3-B246-4B2137487E11}">
      <dgm:prSet/>
      <dgm:spPr/>
      <dgm:t>
        <a:bodyPr/>
        <a:lstStyle/>
        <a:p>
          <a:endParaRPr lang="en-US"/>
        </a:p>
      </dgm:t>
    </dgm:pt>
    <dgm:pt modelId="{D5C15744-DAD5-4E0C-8BDA-6D6DD03CC16F}" type="sibTrans" cxnId="{8BBC2B78-A7F0-48A3-B246-4B2137487E11}">
      <dgm:prSet/>
      <dgm:spPr/>
      <dgm:t>
        <a:bodyPr/>
        <a:lstStyle/>
        <a:p>
          <a:endParaRPr lang="en-US"/>
        </a:p>
      </dgm:t>
    </dgm:pt>
    <dgm:pt modelId="{F1B6705D-686C-4B25-82B8-D1945E7E0523}" type="pres">
      <dgm:prSet presAssocID="{CBFAF583-D522-4FF1-AA55-1FA158078771}" presName="vert0" presStyleCnt="0">
        <dgm:presLayoutVars>
          <dgm:dir/>
          <dgm:animOne val="branch"/>
          <dgm:animLvl val="lvl"/>
        </dgm:presLayoutVars>
      </dgm:prSet>
      <dgm:spPr/>
    </dgm:pt>
    <dgm:pt modelId="{DAB4AFB0-1835-47DB-8497-67F5729EB1B3}" type="pres">
      <dgm:prSet presAssocID="{E6639C46-9B0E-47BB-97CD-6309EFC19337}" presName="thickLine" presStyleLbl="alignNode1" presStyleIdx="0" presStyleCnt="2"/>
      <dgm:spPr/>
    </dgm:pt>
    <dgm:pt modelId="{49B4438D-4BE8-44CD-B149-DB43EB28FA34}" type="pres">
      <dgm:prSet presAssocID="{E6639C46-9B0E-47BB-97CD-6309EFC19337}" presName="horz1" presStyleCnt="0"/>
      <dgm:spPr/>
    </dgm:pt>
    <dgm:pt modelId="{9DDFC6AC-2183-42BD-B5A3-90D467A24FF0}" type="pres">
      <dgm:prSet presAssocID="{E6639C46-9B0E-47BB-97CD-6309EFC19337}" presName="tx1" presStyleLbl="revTx" presStyleIdx="0" presStyleCnt="2"/>
      <dgm:spPr/>
    </dgm:pt>
    <dgm:pt modelId="{1135C8BF-008F-4476-AE08-CFEC56E38AFF}" type="pres">
      <dgm:prSet presAssocID="{E6639C46-9B0E-47BB-97CD-6309EFC19337}" presName="vert1" presStyleCnt="0"/>
      <dgm:spPr/>
    </dgm:pt>
    <dgm:pt modelId="{68E09270-6A86-4E79-B800-131FE69AF5D1}" type="pres">
      <dgm:prSet presAssocID="{A1D24C96-34B6-42AE-BA03-AF2C389C8179}" presName="thickLine" presStyleLbl="alignNode1" presStyleIdx="1" presStyleCnt="2"/>
      <dgm:spPr/>
    </dgm:pt>
    <dgm:pt modelId="{0FC3A730-0DB2-4F76-8F8A-1329844B97C7}" type="pres">
      <dgm:prSet presAssocID="{A1D24C96-34B6-42AE-BA03-AF2C389C8179}" presName="horz1" presStyleCnt="0"/>
      <dgm:spPr/>
    </dgm:pt>
    <dgm:pt modelId="{8AEB5F6D-DDA9-44F3-B03C-8BA62A41A1E5}" type="pres">
      <dgm:prSet presAssocID="{A1D24C96-34B6-42AE-BA03-AF2C389C8179}" presName="tx1" presStyleLbl="revTx" presStyleIdx="1" presStyleCnt="2"/>
      <dgm:spPr/>
    </dgm:pt>
    <dgm:pt modelId="{A890AEDC-7BA5-4390-AA62-A75933FB983B}" type="pres">
      <dgm:prSet presAssocID="{A1D24C96-34B6-42AE-BA03-AF2C389C8179}" presName="vert1" presStyleCnt="0"/>
      <dgm:spPr/>
    </dgm:pt>
  </dgm:ptLst>
  <dgm:cxnLst>
    <dgm:cxn modelId="{22F97036-DF00-46EC-824E-878BA1B2EA20}" type="presOf" srcId="{A1D24C96-34B6-42AE-BA03-AF2C389C8179}" destId="{8AEB5F6D-DDA9-44F3-B03C-8BA62A41A1E5}" srcOrd="0" destOrd="0" presId="urn:microsoft.com/office/officeart/2008/layout/LinedList"/>
    <dgm:cxn modelId="{C3FD7136-2168-411C-BFE1-30E2B4A4EB61}" type="presOf" srcId="{E6639C46-9B0E-47BB-97CD-6309EFC19337}" destId="{9DDFC6AC-2183-42BD-B5A3-90D467A24FF0}" srcOrd="0" destOrd="0" presId="urn:microsoft.com/office/officeart/2008/layout/LinedList"/>
    <dgm:cxn modelId="{8BBC2B78-A7F0-48A3-B246-4B2137487E11}" srcId="{CBFAF583-D522-4FF1-AA55-1FA158078771}" destId="{A1D24C96-34B6-42AE-BA03-AF2C389C8179}" srcOrd="1" destOrd="0" parTransId="{F39227A2-72B9-4653-BD78-7CC8F87AC80D}" sibTransId="{D5C15744-DAD5-4E0C-8BDA-6D6DD03CC16F}"/>
    <dgm:cxn modelId="{C97A417B-B9CD-4744-8B39-985597650019}" type="presOf" srcId="{CBFAF583-D522-4FF1-AA55-1FA158078771}" destId="{F1B6705D-686C-4B25-82B8-D1945E7E0523}" srcOrd="0" destOrd="0" presId="urn:microsoft.com/office/officeart/2008/layout/LinedList"/>
    <dgm:cxn modelId="{8EF8B0B9-AC6E-4B6A-9444-D323C6CA84E1}" srcId="{CBFAF583-D522-4FF1-AA55-1FA158078771}" destId="{E6639C46-9B0E-47BB-97CD-6309EFC19337}" srcOrd="0" destOrd="0" parTransId="{5336EA73-2F2A-4B3E-A283-FEDD64AE3FB3}" sibTransId="{335E120E-5019-46F3-9B9A-F4E4B1681D7A}"/>
    <dgm:cxn modelId="{62B3D2E2-EA7D-41D7-828C-0010031D06C1}" type="presParOf" srcId="{F1B6705D-686C-4B25-82B8-D1945E7E0523}" destId="{DAB4AFB0-1835-47DB-8497-67F5729EB1B3}" srcOrd="0" destOrd="0" presId="urn:microsoft.com/office/officeart/2008/layout/LinedList"/>
    <dgm:cxn modelId="{D8A4EEE8-77AD-4E6D-A378-A5AA5ECE3D18}" type="presParOf" srcId="{F1B6705D-686C-4B25-82B8-D1945E7E0523}" destId="{49B4438D-4BE8-44CD-B149-DB43EB28FA34}" srcOrd="1" destOrd="0" presId="urn:microsoft.com/office/officeart/2008/layout/LinedList"/>
    <dgm:cxn modelId="{FAB7D5FA-3C84-4F88-B77D-C7256928F8A3}" type="presParOf" srcId="{49B4438D-4BE8-44CD-B149-DB43EB28FA34}" destId="{9DDFC6AC-2183-42BD-B5A3-90D467A24FF0}" srcOrd="0" destOrd="0" presId="urn:microsoft.com/office/officeart/2008/layout/LinedList"/>
    <dgm:cxn modelId="{97EEAFC8-7EE5-4ECC-95AB-145428684686}" type="presParOf" srcId="{49B4438D-4BE8-44CD-B149-DB43EB28FA34}" destId="{1135C8BF-008F-4476-AE08-CFEC56E38AFF}" srcOrd="1" destOrd="0" presId="urn:microsoft.com/office/officeart/2008/layout/LinedList"/>
    <dgm:cxn modelId="{31EF6F4F-C9FC-43D0-BAE5-391B06A6B2F8}" type="presParOf" srcId="{F1B6705D-686C-4B25-82B8-D1945E7E0523}" destId="{68E09270-6A86-4E79-B800-131FE69AF5D1}" srcOrd="2" destOrd="0" presId="urn:microsoft.com/office/officeart/2008/layout/LinedList"/>
    <dgm:cxn modelId="{2CE1CF18-DE7E-4BF8-BE32-C72991F3032B}" type="presParOf" srcId="{F1B6705D-686C-4B25-82B8-D1945E7E0523}" destId="{0FC3A730-0DB2-4F76-8F8A-1329844B97C7}" srcOrd="3" destOrd="0" presId="urn:microsoft.com/office/officeart/2008/layout/LinedList"/>
    <dgm:cxn modelId="{8B667B9F-F4E6-4C26-B616-7E3AC549C448}" type="presParOf" srcId="{0FC3A730-0DB2-4F76-8F8A-1329844B97C7}" destId="{8AEB5F6D-DDA9-44F3-B03C-8BA62A41A1E5}" srcOrd="0" destOrd="0" presId="urn:microsoft.com/office/officeart/2008/layout/LinedList"/>
    <dgm:cxn modelId="{E5419FAC-1A68-4E9A-88FC-52BEFC633B99}" type="presParOf" srcId="{0FC3A730-0DB2-4F76-8F8A-1329844B97C7}" destId="{A890AEDC-7BA5-4390-AA62-A75933FB983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110372B-A38B-459F-BD0C-965F5BB27A7C}"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42813931-AB2C-4539-BCF8-8E6F9E845968}">
      <dgm:prSet/>
      <dgm:spPr/>
      <dgm:t>
        <a:bodyPr/>
        <a:lstStyle/>
        <a:p>
          <a:r>
            <a:rPr lang="en-US"/>
            <a:t>ONU Women</a:t>
          </a:r>
        </a:p>
      </dgm:t>
    </dgm:pt>
    <dgm:pt modelId="{EC4D33B5-1439-4B3A-B8FE-D0E4140A5F10}" type="parTrans" cxnId="{6514C9F0-82B9-464B-965D-970223388EAD}">
      <dgm:prSet/>
      <dgm:spPr/>
      <dgm:t>
        <a:bodyPr/>
        <a:lstStyle/>
        <a:p>
          <a:endParaRPr lang="en-US"/>
        </a:p>
      </dgm:t>
    </dgm:pt>
    <dgm:pt modelId="{58D5DB87-9AB4-4CCA-B146-A371F271048D}" type="sibTrans" cxnId="{6514C9F0-82B9-464B-965D-970223388EAD}">
      <dgm:prSet/>
      <dgm:spPr/>
      <dgm:t>
        <a:bodyPr/>
        <a:lstStyle/>
        <a:p>
          <a:endParaRPr lang="en-US"/>
        </a:p>
      </dgm:t>
    </dgm:pt>
    <dgm:pt modelId="{B7060D85-37F4-4C01-9C24-4A2F4C2EA08C}">
      <dgm:prSet/>
      <dgm:spPr/>
      <dgm:t>
        <a:bodyPr/>
        <a:lstStyle/>
        <a:p>
          <a:r>
            <a:rPr lang="en-US"/>
            <a:t>Consiglio d'Europa</a:t>
          </a:r>
        </a:p>
      </dgm:t>
    </dgm:pt>
    <dgm:pt modelId="{583E043C-9B32-4D79-AD6E-E450D15EABE8}" type="parTrans" cxnId="{3645B146-D2AE-48B8-8157-5C5F5900801C}">
      <dgm:prSet/>
      <dgm:spPr/>
      <dgm:t>
        <a:bodyPr/>
        <a:lstStyle/>
        <a:p>
          <a:endParaRPr lang="en-US"/>
        </a:p>
      </dgm:t>
    </dgm:pt>
    <dgm:pt modelId="{A90C667D-2883-4376-AF54-8E4EFAD380CC}" type="sibTrans" cxnId="{3645B146-D2AE-48B8-8157-5C5F5900801C}">
      <dgm:prSet/>
      <dgm:spPr/>
      <dgm:t>
        <a:bodyPr/>
        <a:lstStyle/>
        <a:p>
          <a:endParaRPr lang="en-US"/>
        </a:p>
      </dgm:t>
    </dgm:pt>
    <dgm:pt modelId="{E7FDD2BB-5A29-455F-9294-C383D458F639}">
      <dgm:prSet/>
      <dgm:spPr/>
      <dgm:t>
        <a:bodyPr/>
        <a:lstStyle/>
        <a:p>
          <a:r>
            <a:rPr lang="en-US"/>
            <a:t>Commissione Europea.</a:t>
          </a:r>
        </a:p>
      </dgm:t>
    </dgm:pt>
    <dgm:pt modelId="{6229425D-2B45-4AC0-97D7-04FD49403B7F}" type="parTrans" cxnId="{054DF4F3-71C2-4CA3-8F14-6DF12C1FD8F3}">
      <dgm:prSet/>
      <dgm:spPr/>
      <dgm:t>
        <a:bodyPr/>
        <a:lstStyle/>
        <a:p>
          <a:endParaRPr lang="en-US"/>
        </a:p>
      </dgm:t>
    </dgm:pt>
    <dgm:pt modelId="{EE90CC36-F89C-4991-B8FD-047D09954023}" type="sibTrans" cxnId="{054DF4F3-71C2-4CA3-8F14-6DF12C1FD8F3}">
      <dgm:prSet/>
      <dgm:spPr/>
      <dgm:t>
        <a:bodyPr/>
        <a:lstStyle/>
        <a:p>
          <a:endParaRPr lang="en-US"/>
        </a:p>
      </dgm:t>
    </dgm:pt>
    <dgm:pt modelId="{69F4BF35-8AF3-4B11-BB26-8B749832F2CD}" type="pres">
      <dgm:prSet presAssocID="{5110372B-A38B-459F-BD0C-965F5BB27A7C}" presName="linear" presStyleCnt="0">
        <dgm:presLayoutVars>
          <dgm:animLvl val="lvl"/>
          <dgm:resizeHandles val="exact"/>
        </dgm:presLayoutVars>
      </dgm:prSet>
      <dgm:spPr/>
    </dgm:pt>
    <dgm:pt modelId="{05C08FC5-2A4E-44A8-AEA8-C9F136B69555}" type="pres">
      <dgm:prSet presAssocID="{42813931-AB2C-4539-BCF8-8E6F9E845968}" presName="parentText" presStyleLbl="node1" presStyleIdx="0" presStyleCnt="3">
        <dgm:presLayoutVars>
          <dgm:chMax val="0"/>
          <dgm:bulletEnabled val="1"/>
        </dgm:presLayoutVars>
      </dgm:prSet>
      <dgm:spPr/>
    </dgm:pt>
    <dgm:pt modelId="{AD6CE6BB-D369-4CC7-95B9-E2B26071CF11}" type="pres">
      <dgm:prSet presAssocID="{58D5DB87-9AB4-4CCA-B146-A371F271048D}" presName="spacer" presStyleCnt="0"/>
      <dgm:spPr/>
    </dgm:pt>
    <dgm:pt modelId="{916BA581-5E9C-4E24-ABA4-970D112E7F68}" type="pres">
      <dgm:prSet presAssocID="{B7060D85-37F4-4C01-9C24-4A2F4C2EA08C}" presName="parentText" presStyleLbl="node1" presStyleIdx="1" presStyleCnt="3">
        <dgm:presLayoutVars>
          <dgm:chMax val="0"/>
          <dgm:bulletEnabled val="1"/>
        </dgm:presLayoutVars>
      </dgm:prSet>
      <dgm:spPr/>
    </dgm:pt>
    <dgm:pt modelId="{72D035E9-3C9B-47EF-B1BE-9140F7B90184}" type="pres">
      <dgm:prSet presAssocID="{A90C667D-2883-4376-AF54-8E4EFAD380CC}" presName="spacer" presStyleCnt="0"/>
      <dgm:spPr/>
    </dgm:pt>
    <dgm:pt modelId="{14AF952C-A9ED-4D51-B253-550D9F9633A4}" type="pres">
      <dgm:prSet presAssocID="{E7FDD2BB-5A29-455F-9294-C383D458F639}" presName="parentText" presStyleLbl="node1" presStyleIdx="2" presStyleCnt="3">
        <dgm:presLayoutVars>
          <dgm:chMax val="0"/>
          <dgm:bulletEnabled val="1"/>
        </dgm:presLayoutVars>
      </dgm:prSet>
      <dgm:spPr/>
    </dgm:pt>
  </dgm:ptLst>
  <dgm:cxnLst>
    <dgm:cxn modelId="{D44EE435-3413-4242-8F93-5629347AE71F}" type="presOf" srcId="{5110372B-A38B-459F-BD0C-965F5BB27A7C}" destId="{69F4BF35-8AF3-4B11-BB26-8B749832F2CD}" srcOrd="0" destOrd="0" presId="urn:microsoft.com/office/officeart/2005/8/layout/vList2"/>
    <dgm:cxn modelId="{3645B146-D2AE-48B8-8157-5C5F5900801C}" srcId="{5110372B-A38B-459F-BD0C-965F5BB27A7C}" destId="{B7060D85-37F4-4C01-9C24-4A2F4C2EA08C}" srcOrd="1" destOrd="0" parTransId="{583E043C-9B32-4D79-AD6E-E450D15EABE8}" sibTransId="{A90C667D-2883-4376-AF54-8E4EFAD380CC}"/>
    <dgm:cxn modelId="{35E7AF8E-D4BB-43B5-ACA6-B6CD811FCC8D}" type="presOf" srcId="{E7FDD2BB-5A29-455F-9294-C383D458F639}" destId="{14AF952C-A9ED-4D51-B253-550D9F9633A4}" srcOrd="0" destOrd="0" presId="urn:microsoft.com/office/officeart/2005/8/layout/vList2"/>
    <dgm:cxn modelId="{27FA3F93-19CD-43F7-A190-80D622A0D6F3}" type="presOf" srcId="{B7060D85-37F4-4C01-9C24-4A2F4C2EA08C}" destId="{916BA581-5E9C-4E24-ABA4-970D112E7F68}" srcOrd="0" destOrd="0" presId="urn:microsoft.com/office/officeart/2005/8/layout/vList2"/>
    <dgm:cxn modelId="{C30691EE-2ED3-478D-9F5F-8ED2720A88D4}" type="presOf" srcId="{42813931-AB2C-4539-BCF8-8E6F9E845968}" destId="{05C08FC5-2A4E-44A8-AEA8-C9F136B69555}" srcOrd="0" destOrd="0" presId="urn:microsoft.com/office/officeart/2005/8/layout/vList2"/>
    <dgm:cxn modelId="{6514C9F0-82B9-464B-965D-970223388EAD}" srcId="{5110372B-A38B-459F-BD0C-965F5BB27A7C}" destId="{42813931-AB2C-4539-BCF8-8E6F9E845968}" srcOrd="0" destOrd="0" parTransId="{EC4D33B5-1439-4B3A-B8FE-D0E4140A5F10}" sibTransId="{58D5DB87-9AB4-4CCA-B146-A371F271048D}"/>
    <dgm:cxn modelId="{054DF4F3-71C2-4CA3-8F14-6DF12C1FD8F3}" srcId="{5110372B-A38B-459F-BD0C-965F5BB27A7C}" destId="{E7FDD2BB-5A29-455F-9294-C383D458F639}" srcOrd="2" destOrd="0" parTransId="{6229425D-2B45-4AC0-97D7-04FD49403B7F}" sibTransId="{EE90CC36-F89C-4991-B8FD-047D09954023}"/>
    <dgm:cxn modelId="{31D0AEF6-C0DB-46F7-B654-7A2B88546E04}" type="presParOf" srcId="{69F4BF35-8AF3-4B11-BB26-8B749832F2CD}" destId="{05C08FC5-2A4E-44A8-AEA8-C9F136B69555}" srcOrd="0" destOrd="0" presId="urn:microsoft.com/office/officeart/2005/8/layout/vList2"/>
    <dgm:cxn modelId="{E459887F-BAE7-4113-839A-D1D93DEC5B5A}" type="presParOf" srcId="{69F4BF35-8AF3-4B11-BB26-8B749832F2CD}" destId="{AD6CE6BB-D369-4CC7-95B9-E2B26071CF11}" srcOrd="1" destOrd="0" presId="urn:microsoft.com/office/officeart/2005/8/layout/vList2"/>
    <dgm:cxn modelId="{093E1E77-4D0C-4AB4-A6FE-698E51FE62B6}" type="presParOf" srcId="{69F4BF35-8AF3-4B11-BB26-8B749832F2CD}" destId="{916BA581-5E9C-4E24-ABA4-970D112E7F68}" srcOrd="2" destOrd="0" presId="urn:microsoft.com/office/officeart/2005/8/layout/vList2"/>
    <dgm:cxn modelId="{03AEEC7F-5E9A-471D-8E95-D9125B9B2C0A}" type="presParOf" srcId="{69F4BF35-8AF3-4B11-BB26-8B749832F2CD}" destId="{72D035E9-3C9B-47EF-B1BE-9140F7B90184}" srcOrd="3" destOrd="0" presId="urn:microsoft.com/office/officeart/2005/8/layout/vList2"/>
    <dgm:cxn modelId="{29E391EE-C104-4A37-87A1-4AFD2A899966}" type="presParOf" srcId="{69F4BF35-8AF3-4B11-BB26-8B749832F2CD}" destId="{14AF952C-A9ED-4D51-B253-550D9F9633A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2F0D07B-82C0-46BE-8488-4920D684B3D2}"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E1C94414-BC7A-4BBD-9391-EB845827D6CA}">
      <dgm:prSet/>
      <dgm:spPr/>
      <dgm:t>
        <a:bodyPr/>
        <a:lstStyle/>
        <a:p>
          <a:r>
            <a:rPr lang="en-US"/>
            <a:t>Fondamentale ma sfidante.</a:t>
          </a:r>
        </a:p>
      </dgm:t>
    </dgm:pt>
    <dgm:pt modelId="{BD55AEF2-70F1-4E65-B45C-9FD70C3FA5B6}" type="parTrans" cxnId="{2C0DEC74-3F8D-4B5C-A3FB-F6355BA07933}">
      <dgm:prSet/>
      <dgm:spPr/>
      <dgm:t>
        <a:bodyPr/>
        <a:lstStyle/>
        <a:p>
          <a:endParaRPr lang="en-US"/>
        </a:p>
      </dgm:t>
    </dgm:pt>
    <dgm:pt modelId="{735BA717-AEAD-410E-8FF2-89DEC6EC9E00}" type="sibTrans" cxnId="{2C0DEC74-3F8D-4B5C-A3FB-F6355BA07933}">
      <dgm:prSet/>
      <dgm:spPr/>
      <dgm:t>
        <a:bodyPr/>
        <a:lstStyle/>
        <a:p>
          <a:endParaRPr lang="en-US"/>
        </a:p>
      </dgm:t>
    </dgm:pt>
    <dgm:pt modelId="{A40A30F4-A786-4FE4-A7D9-0441A9898674}">
      <dgm:prSet/>
      <dgm:spPr/>
      <dgm:t>
        <a:bodyPr/>
        <a:lstStyle/>
        <a:p>
          <a:r>
            <a:rPr lang="en-US"/>
            <a:t>Serve impegno costante.</a:t>
          </a:r>
        </a:p>
      </dgm:t>
    </dgm:pt>
    <dgm:pt modelId="{47D31DD8-A6BA-4744-9ACF-6830F0961582}" type="parTrans" cxnId="{9CB826C5-698E-4CFE-B5D6-05944E58ADDD}">
      <dgm:prSet/>
      <dgm:spPr/>
      <dgm:t>
        <a:bodyPr/>
        <a:lstStyle/>
        <a:p>
          <a:endParaRPr lang="en-US"/>
        </a:p>
      </dgm:t>
    </dgm:pt>
    <dgm:pt modelId="{1660F66A-9811-4E4D-A1E3-6E93C7FB874C}" type="sibTrans" cxnId="{9CB826C5-698E-4CFE-B5D6-05944E58ADDD}">
      <dgm:prSet/>
      <dgm:spPr/>
      <dgm:t>
        <a:bodyPr/>
        <a:lstStyle/>
        <a:p>
          <a:endParaRPr lang="en-US"/>
        </a:p>
      </dgm:t>
    </dgm:pt>
    <dgm:pt modelId="{2DD21149-6790-4BB3-9FFB-7263C881DA86}" type="pres">
      <dgm:prSet presAssocID="{42F0D07B-82C0-46BE-8488-4920D684B3D2}" presName="linear" presStyleCnt="0">
        <dgm:presLayoutVars>
          <dgm:animLvl val="lvl"/>
          <dgm:resizeHandles val="exact"/>
        </dgm:presLayoutVars>
      </dgm:prSet>
      <dgm:spPr/>
    </dgm:pt>
    <dgm:pt modelId="{78DFC83A-F4CD-44F0-9239-870659012FF5}" type="pres">
      <dgm:prSet presAssocID="{E1C94414-BC7A-4BBD-9391-EB845827D6CA}" presName="parentText" presStyleLbl="node1" presStyleIdx="0" presStyleCnt="2">
        <dgm:presLayoutVars>
          <dgm:chMax val="0"/>
          <dgm:bulletEnabled val="1"/>
        </dgm:presLayoutVars>
      </dgm:prSet>
      <dgm:spPr/>
    </dgm:pt>
    <dgm:pt modelId="{5EBD30A4-8B67-44D9-9789-4DE98F9A0C8C}" type="pres">
      <dgm:prSet presAssocID="{735BA717-AEAD-410E-8FF2-89DEC6EC9E00}" presName="spacer" presStyleCnt="0"/>
      <dgm:spPr/>
    </dgm:pt>
    <dgm:pt modelId="{D6AF4296-20B4-490E-A085-3E4D5637B6FF}" type="pres">
      <dgm:prSet presAssocID="{A40A30F4-A786-4FE4-A7D9-0441A9898674}" presName="parentText" presStyleLbl="node1" presStyleIdx="1" presStyleCnt="2">
        <dgm:presLayoutVars>
          <dgm:chMax val="0"/>
          <dgm:bulletEnabled val="1"/>
        </dgm:presLayoutVars>
      </dgm:prSet>
      <dgm:spPr/>
    </dgm:pt>
  </dgm:ptLst>
  <dgm:cxnLst>
    <dgm:cxn modelId="{40360D24-9310-40B1-B657-C2463548032E}" type="presOf" srcId="{42F0D07B-82C0-46BE-8488-4920D684B3D2}" destId="{2DD21149-6790-4BB3-9FFB-7263C881DA86}" srcOrd="0" destOrd="0" presId="urn:microsoft.com/office/officeart/2005/8/layout/vList2"/>
    <dgm:cxn modelId="{2C0DEC74-3F8D-4B5C-A3FB-F6355BA07933}" srcId="{42F0D07B-82C0-46BE-8488-4920D684B3D2}" destId="{E1C94414-BC7A-4BBD-9391-EB845827D6CA}" srcOrd="0" destOrd="0" parTransId="{BD55AEF2-70F1-4E65-B45C-9FD70C3FA5B6}" sibTransId="{735BA717-AEAD-410E-8FF2-89DEC6EC9E00}"/>
    <dgm:cxn modelId="{25A2F3A8-0CC3-466A-936A-C77B165DA37E}" type="presOf" srcId="{A40A30F4-A786-4FE4-A7D9-0441A9898674}" destId="{D6AF4296-20B4-490E-A085-3E4D5637B6FF}" srcOrd="0" destOrd="0" presId="urn:microsoft.com/office/officeart/2005/8/layout/vList2"/>
    <dgm:cxn modelId="{AD4BC9AE-3D47-4B0C-99A0-82E74556508F}" type="presOf" srcId="{E1C94414-BC7A-4BBD-9391-EB845827D6CA}" destId="{78DFC83A-F4CD-44F0-9239-870659012FF5}" srcOrd="0" destOrd="0" presId="urn:microsoft.com/office/officeart/2005/8/layout/vList2"/>
    <dgm:cxn modelId="{9CB826C5-698E-4CFE-B5D6-05944E58ADDD}" srcId="{42F0D07B-82C0-46BE-8488-4920D684B3D2}" destId="{A40A30F4-A786-4FE4-A7D9-0441A9898674}" srcOrd="1" destOrd="0" parTransId="{47D31DD8-A6BA-4744-9ACF-6830F0961582}" sibTransId="{1660F66A-9811-4E4D-A1E3-6E93C7FB874C}"/>
    <dgm:cxn modelId="{E7454A54-A3AF-4299-87B4-9787369EA96C}" type="presParOf" srcId="{2DD21149-6790-4BB3-9FFB-7263C881DA86}" destId="{78DFC83A-F4CD-44F0-9239-870659012FF5}" srcOrd="0" destOrd="0" presId="urn:microsoft.com/office/officeart/2005/8/layout/vList2"/>
    <dgm:cxn modelId="{BCBD0182-DF7F-4D97-8328-CF8F317DBBD7}" type="presParOf" srcId="{2DD21149-6790-4BB3-9FFB-7263C881DA86}" destId="{5EBD30A4-8B67-44D9-9789-4DE98F9A0C8C}" srcOrd="1" destOrd="0" presId="urn:microsoft.com/office/officeart/2005/8/layout/vList2"/>
    <dgm:cxn modelId="{B779B554-6653-42E8-8EEA-00130FD5BD47}" type="presParOf" srcId="{2DD21149-6790-4BB3-9FFB-7263C881DA86}" destId="{D6AF4296-20B4-490E-A085-3E4D5637B6F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5D24DCC-955D-4AAC-A09B-8E274A8A58EB}"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FF4F1D23-8BFF-4232-A8CE-F4F334DA2F90}">
      <dgm:prSet/>
      <dgm:spPr/>
      <dgm:t>
        <a:bodyPr/>
        <a:lstStyle/>
        <a:p>
          <a:r>
            <a:rPr lang="en-US"/>
            <a:t>Compensare barriere sistemiche</a:t>
          </a:r>
        </a:p>
      </dgm:t>
    </dgm:pt>
    <dgm:pt modelId="{5F8486C9-37B4-4938-ABD4-BC4647F4B46D}" type="parTrans" cxnId="{7A91B054-A720-4180-ABB4-103FE141EEA9}">
      <dgm:prSet/>
      <dgm:spPr/>
      <dgm:t>
        <a:bodyPr/>
        <a:lstStyle/>
        <a:p>
          <a:endParaRPr lang="en-US"/>
        </a:p>
      </dgm:t>
    </dgm:pt>
    <dgm:pt modelId="{33D6E96F-9A2A-43F5-BE32-4AE58009B235}" type="sibTrans" cxnId="{7A91B054-A720-4180-ABB4-103FE141EEA9}">
      <dgm:prSet/>
      <dgm:spPr/>
      <dgm:t>
        <a:bodyPr/>
        <a:lstStyle/>
        <a:p>
          <a:endParaRPr lang="en-US"/>
        </a:p>
      </dgm:t>
    </dgm:pt>
    <dgm:pt modelId="{F4CA1799-95CB-4C60-A90E-0FE7A3731F4F}">
      <dgm:prSet/>
      <dgm:spPr/>
      <dgm:t>
        <a:bodyPr/>
        <a:lstStyle/>
        <a:p>
          <a:r>
            <a:rPr lang="en-US"/>
            <a:t>Favorire cambiamento culturale.</a:t>
          </a:r>
        </a:p>
      </dgm:t>
    </dgm:pt>
    <dgm:pt modelId="{BB7E6563-1F72-45B7-B1B8-4645C953DF83}" type="parTrans" cxnId="{466422B5-97C5-45DC-8EE2-F827E5BB3429}">
      <dgm:prSet/>
      <dgm:spPr/>
      <dgm:t>
        <a:bodyPr/>
        <a:lstStyle/>
        <a:p>
          <a:endParaRPr lang="en-US"/>
        </a:p>
      </dgm:t>
    </dgm:pt>
    <dgm:pt modelId="{BBC6F0F5-ED0C-4287-8116-DF1A5DFB0776}" type="sibTrans" cxnId="{466422B5-97C5-45DC-8EE2-F827E5BB3429}">
      <dgm:prSet/>
      <dgm:spPr/>
      <dgm:t>
        <a:bodyPr/>
        <a:lstStyle/>
        <a:p>
          <a:endParaRPr lang="en-US"/>
        </a:p>
      </dgm:t>
    </dgm:pt>
    <dgm:pt modelId="{BCC999DE-7846-4F25-B019-6DC69748ED0D}" type="pres">
      <dgm:prSet presAssocID="{C5D24DCC-955D-4AAC-A09B-8E274A8A58EB}" presName="vert0" presStyleCnt="0">
        <dgm:presLayoutVars>
          <dgm:dir/>
          <dgm:animOne val="branch"/>
          <dgm:animLvl val="lvl"/>
        </dgm:presLayoutVars>
      </dgm:prSet>
      <dgm:spPr/>
    </dgm:pt>
    <dgm:pt modelId="{A763FB47-A595-4BDB-9136-2CCB4C191DFD}" type="pres">
      <dgm:prSet presAssocID="{FF4F1D23-8BFF-4232-A8CE-F4F334DA2F90}" presName="thickLine" presStyleLbl="alignNode1" presStyleIdx="0" presStyleCnt="2"/>
      <dgm:spPr/>
    </dgm:pt>
    <dgm:pt modelId="{17811E42-0AEB-436C-88EA-5CC1C37A8167}" type="pres">
      <dgm:prSet presAssocID="{FF4F1D23-8BFF-4232-A8CE-F4F334DA2F90}" presName="horz1" presStyleCnt="0"/>
      <dgm:spPr/>
    </dgm:pt>
    <dgm:pt modelId="{6BFD659C-6DA2-4664-8918-323039348633}" type="pres">
      <dgm:prSet presAssocID="{FF4F1D23-8BFF-4232-A8CE-F4F334DA2F90}" presName="tx1" presStyleLbl="revTx" presStyleIdx="0" presStyleCnt="2"/>
      <dgm:spPr/>
    </dgm:pt>
    <dgm:pt modelId="{3CAD5E77-7768-4E76-AC92-993515C37A22}" type="pres">
      <dgm:prSet presAssocID="{FF4F1D23-8BFF-4232-A8CE-F4F334DA2F90}" presName="vert1" presStyleCnt="0"/>
      <dgm:spPr/>
    </dgm:pt>
    <dgm:pt modelId="{CCDDF593-B156-48B3-B877-1637C164D740}" type="pres">
      <dgm:prSet presAssocID="{F4CA1799-95CB-4C60-A90E-0FE7A3731F4F}" presName="thickLine" presStyleLbl="alignNode1" presStyleIdx="1" presStyleCnt="2"/>
      <dgm:spPr/>
    </dgm:pt>
    <dgm:pt modelId="{F39B9CE2-B2D5-402C-BE17-89C2A9BAA842}" type="pres">
      <dgm:prSet presAssocID="{F4CA1799-95CB-4C60-A90E-0FE7A3731F4F}" presName="horz1" presStyleCnt="0"/>
      <dgm:spPr/>
    </dgm:pt>
    <dgm:pt modelId="{7FC0A8E9-0927-4FD4-968E-34893C382F55}" type="pres">
      <dgm:prSet presAssocID="{F4CA1799-95CB-4C60-A90E-0FE7A3731F4F}" presName="tx1" presStyleLbl="revTx" presStyleIdx="1" presStyleCnt="2"/>
      <dgm:spPr/>
    </dgm:pt>
    <dgm:pt modelId="{BED18E8C-C613-4F35-A455-FE3F8397DEF5}" type="pres">
      <dgm:prSet presAssocID="{F4CA1799-95CB-4C60-A90E-0FE7A3731F4F}" presName="vert1" presStyleCnt="0"/>
      <dgm:spPr/>
    </dgm:pt>
  </dgm:ptLst>
  <dgm:cxnLst>
    <dgm:cxn modelId="{4C2DBD09-8292-475D-BF31-C46FD97EF07F}" type="presOf" srcId="{C5D24DCC-955D-4AAC-A09B-8E274A8A58EB}" destId="{BCC999DE-7846-4F25-B019-6DC69748ED0D}" srcOrd="0" destOrd="0" presId="urn:microsoft.com/office/officeart/2008/layout/LinedList"/>
    <dgm:cxn modelId="{F5241718-95B7-4B2F-B609-5DBA0983215B}" type="presOf" srcId="{F4CA1799-95CB-4C60-A90E-0FE7A3731F4F}" destId="{7FC0A8E9-0927-4FD4-968E-34893C382F55}" srcOrd="0" destOrd="0" presId="urn:microsoft.com/office/officeart/2008/layout/LinedList"/>
    <dgm:cxn modelId="{7A91B054-A720-4180-ABB4-103FE141EEA9}" srcId="{C5D24DCC-955D-4AAC-A09B-8E274A8A58EB}" destId="{FF4F1D23-8BFF-4232-A8CE-F4F334DA2F90}" srcOrd="0" destOrd="0" parTransId="{5F8486C9-37B4-4938-ABD4-BC4647F4B46D}" sibTransId="{33D6E96F-9A2A-43F5-BE32-4AE58009B235}"/>
    <dgm:cxn modelId="{466422B5-97C5-45DC-8EE2-F827E5BB3429}" srcId="{C5D24DCC-955D-4AAC-A09B-8E274A8A58EB}" destId="{F4CA1799-95CB-4C60-A90E-0FE7A3731F4F}" srcOrd="1" destOrd="0" parTransId="{BB7E6563-1F72-45B7-B1B8-4645C953DF83}" sibTransId="{BBC6F0F5-ED0C-4287-8116-DF1A5DFB0776}"/>
    <dgm:cxn modelId="{F75602DF-07FF-4EB0-B861-2C149A0BA736}" type="presOf" srcId="{FF4F1D23-8BFF-4232-A8CE-F4F334DA2F90}" destId="{6BFD659C-6DA2-4664-8918-323039348633}" srcOrd="0" destOrd="0" presId="urn:microsoft.com/office/officeart/2008/layout/LinedList"/>
    <dgm:cxn modelId="{E8E38F44-87DA-4A75-AA1E-ABA777ED0B31}" type="presParOf" srcId="{BCC999DE-7846-4F25-B019-6DC69748ED0D}" destId="{A763FB47-A595-4BDB-9136-2CCB4C191DFD}" srcOrd="0" destOrd="0" presId="urn:microsoft.com/office/officeart/2008/layout/LinedList"/>
    <dgm:cxn modelId="{F9283A46-9357-4898-9BC0-B7436B733AA3}" type="presParOf" srcId="{BCC999DE-7846-4F25-B019-6DC69748ED0D}" destId="{17811E42-0AEB-436C-88EA-5CC1C37A8167}" srcOrd="1" destOrd="0" presId="urn:microsoft.com/office/officeart/2008/layout/LinedList"/>
    <dgm:cxn modelId="{28E922E1-7260-431A-8502-6150DF56922E}" type="presParOf" srcId="{17811E42-0AEB-436C-88EA-5CC1C37A8167}" destId="{6BFD659C-6DA2-4664-8918-323039348633}" srcOrd="0" destOrd="0" presId="urn:microsoft.com/office/officeart/2008/layout/LinedList"/>
    <dgm:cxn modelId="{5D54563F-3751-4634-9D34-E5FD58630E36}" type="presParOf" srcId="{17811E42-0AEB-436C-88EA-5CC1C37A8167}" destId="{3CAD5E77-7768-4E76-AC92-993515C37A22}" srcOrd="1" destOrd="0" presId="urn:microsoft.com/office/officeart/2008/layout/LinedList"/>
    <dgm:cxn modelId="{EE5DCF90-A2EA-4216-B38E-292091F5373C}" type="presParOf" srcId="{BCC999DE-7846-4F25-B019-6DC69748ED0D}" destId="{CCDDF593-B156-48B3-B877-1637C164D740}" srcOrd="2" destOrd="0" presId="urn:microsoft.com/office/officeart/2008/layout/LinedList"/>
    <dgm:cxn modelId="{119D182D-E1D7-41D1-8BD6-E51539B7AE62}" type="presParOf" srcId="{BCC999DE-7846-4F25-B019-6DC69748ED0D}" destId="{F39B9CE2-B2D5-402C-BE17-89C2A9BAA842}" srcOrd="3" destOrd="0" presId="urn:microsoft.com/office/officeart/2008/layout/LinedList"/>
    <dgm:cxn modelId="{0C8F9D6A-9F4F-4278-9AB0-C25BBA25264F}" type="presParOf" srcId="{F39B9CE2-B2D5-402C-BE17-89C2A9BAA842}" destId="{7FC0A8E9-0927-4FD4-968E-34893C382F55}" srcOrd="0" destOrd="0" presId="urn:microsoft.com/office/officeart/2008/layout/LinedList"/>
    <dgm:cxn modelId="{7987393E-49B6-44DA-9B88-55A7310D883F}" type="presParOf" srcId="{F39B9CE2-B2D5-402C-BE17-89C2A9BAA842}" destId="{BED18E8C-C613-4F35-A455-FE3F8397DEF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A329402-3E0F-433A-B907-58DC365BFD0F}"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09ADF5B2-EF5C-4138-8F07-2B25A7CC697D}">
      <dgm:prSet/>
      <dgm:spPr/>
      <dgm:t>
        <a:bodyPr/>
        <a:lstStyle/>
        <a:p>
          <a:r>
            <a:rPr lang="en-US"/>
            <a:t>Norvegia: 40% donne nei CDA.</a:t>
          </a:r>
        </a:p>
      </dgm:t>
    </dgm:pt>
    <dgm:pt modelId="{977DFEED-E970-410F-84DE-F1EC67084489}" type="parTrans" cxnId="{03BA4AAB-3574-4D1E-8AC9-E8E959D70652}">
      <dgm:prSet/>
      <dgm:spPr/>
      <dgm:t>
        <a:bodyPr/>
        <a:lstStyle/>
        <a:p>
          <a:endParaRPr lang="en-US"/>
        </a:p>
      </dgm:t>
    </dgm:pt>
    <dgm:pt modelId="{61F85DF9-B511-481D-B06F-5F07CD4346B9}" type="sibTrans" cxnId="{03BA4AAB-3574-4D1E-8AC9-E8E959D70652}">
      <dgm:prSet/>
      <dgm:spPr/>
      <dgm:t>
        <a:bodyPr/>
        <a:lstStyle/>
        <a:p>
          <a:endParaRPr lang="en-US"/>
        </a:p>
      </dgm:t>
    </dgm:pt>
    <dgm:pt modelId="{80754E97-2A26-4AA7-A01C-D19E0E04FF0D}">
      <dgm:prSet/>
      <dgm:spPr/>
      <dgm:t>
        <a:bodyPr/>
        <a:lstStyle/>
        <a:p>
          <a:r>
            <a:rPr lang="en-US"/>
            <a:t>Governance più inclusiva.</a:t>
          </a:r>
        </a:p>
      </dgm:t>
    </dgm:pt>
    <dgm:pt modelId="{BD972EC9-BDD0-48BB-BA30-185932F89A4B}" type="parTrans" cxnId="{E45B8F3E-C61F-4901-B5A4-3C0302009503}">
      <dgm:prSet/>
      <dgm:spPr/>
      <dgm:t>
        <a:bodyPr/>
        <a:lstStyle/>
        <a:p>
          <a:endParaRPr lang="en-US"/>
        </a:p>
      </dgm:t>
    </dgm:pt>
    <dgm:pt modelId="{CF21F4DC-215A-4C49-A5AB-18315FB5BDFF}" type="sibTrans" cxnId="{E45B8F3E-C61F-4901-B5A4-3C0302009503}">
      <dgm:prSet/>
      <dgm:spPr/>
      <dgm:t>
        <a:bodyPr/>
        <a:lstStyle/>
        <a:p>
          <a:endParaRPr lang="en-US"/>
        </a:p>
      </dgm:t>
    </dgm:pt>
    <dgm:pt modelId="{37C5E85E-AD58-45BC-BE8A-23323301038A}" type="pres">
      <dgm:prSet presAssocID="{3A329402-3E0F-433A-B907-58DC365BFD0F}" presName="linear" presStyleCnt="0">
        <dgm:presLayoutVars>
          <dgm:animLvl val="lvl"/>
          <dgm:resizeHandles val="exact"/>
        </dgm:presLayoutVars>
      </dgm:prSet>
      <dgm:spPr/>
    </dgm:pt>
    <dgm:pt modelId="{505F3DE6-BDDD-4873-B630-27225874FFEB}" type="pres">
      <dgm:prSet presAssocID="{09ADF5B2-EF5C-4138-8F07-2B25A7CC697D}" presName="parentText" presStyleLbl="node1" presStyleIdx="0" presStyleCnt="2">
        <dgm:presLayoutVars>
          <dgm:chMax val="0"/>
          <dgm:bulletEnabled val="1"/>
        </dgm:presLayoutVars>
      </dgm:prSet>
      <dgm:spPr/>
    </dgm:pt>
    <dgm:pt modelId="{B69D41F5-4378-4054-8F9B-8CD0E99DCAE4}" type="pres">
      <dgm:prSet presAssocID="{61F85DF9-B511-481D-B06F-5F07CD4346B9}" presName="spacer" presStyleCnt="0"/>
      <dgm:spPr/>
    </dgm:pt>
    <dgm:pt modelId="{AC824217-BB29-4A19-A24C-4A4D91AA8C4C}" type="pres">
      <dgm:prSet presAssocID="{80754E97-2A26-4AA7-A01C-D19E0E04FF0D}" presName="parentText" presStyleLbl="node1" presStyleIdx="1" presStyleCnt="2">
        <dgm:presLayoutVars>
          <dgm:chMax val="0"/>
          <dgm:bulletEnabled val="1"/>
        </dgm:presLayoutVars>
      </dgm:prSet>
      <dgm:spPr/>
    </dgm:pt>
  </dgm:ptLst>
  <dgm:cxnLst>
    <dgm:cxn modelId="{905D100A-02A4-48D9-BC14-977B776C8835}" type="presOf" srcId="{3A329402-3E0F-433A-B907-58DC365BFD0F}" destId="{37C5E85E-AD58-45BC-BE8A-23323301038A}" srcOrd="0" destOrd="0" presId="urn:microsoft.com/office/officeart/2005/8/layout/vList2"/>
    <dgm:cxn modelId="{E45B8F3E-C61F-4901-B5A4-3C0302009503}" srcId="{3A329402-3E0F-433A-B907-58DC365BFD0F}" destId="{80754E97-2A26-4AA7-A01C-D19E0E04FF0D}" srcOrd="1" destOrd="0" parTransId="{BD972EC9-BDD0-48BB-BA30-185932F89A4B}" sibTransId="{CF21F4DC-215A-4C49-A5AB-18315FB5BDFF}"/>
    <dgm:cxn modelId="{F6FD965E-CC41-4F4F-9488-28391C6CEE9C}" type="presOf" srcId="{09ADF5B2-EF5C-4138-8F07-2B25A7CC697D}" destId="{505F3DE6-BDDD-4873-B630-27225874FFEB}" srcOrd="0" destOrd="0" presId="urn:microsoft.com/office/officeart/2005/8/layout/vList2"/>
    <dgm:cxn modelId="{8086B37A-A55A-4587-B9EB-0156409F6246}" type="presOf" srcId="{80754E97-2A26-4AA7-A01C-D19E0E04FF0D}" destId="{AC824217-BB29-4A19-A24C-4A4D91AA8C4C}" srcOrd="0" destOrd="0" presId="urn:microsoft.com/office/officeart/2005/8/layout/vList2"/>
    <dgm:cxn modelId="{03BA4AAB-3574-4D1E-8AC9-E8E959D70652}" srcId="{3A329402-3E0F-433A-B907-58DC365BFD0F}" destId="{09ADF5B2-EF5C-4138-8F07-2B25A7CC697D}" srcOrd="0" destOrd="0" parTransId="{977DFEED-E970-410F-84DE-F1EC67084489}" sibTransId="{61F85DF9-B511-481D-B06F-5F07CD4346B9}"/>
    <dgm:cxn modelId="{2EE291C6-FCC9-4847-AFD9-1486BB523AF0}" type="presParOf" srcId="{37C5E85E-AD58-45BC-BE8A-23323301038A}" destId="{505F3DE6-BDDD-4873-B630-27225874FFEB}" srcOrd="0" destOrd="0" presId="urn:microsoft.com/office/officeart/2005/8/layout/vList2"/>
    <dgm:cxn modelId="{EE204F00-C4A4-46E2-9E98-A6A95AAA4AC4}" type="presParOf" srcId="{37C5E85E-AD58-45BC-BE8A-23323301038A}" destId="{B69D41F5-4378-4054-8F9B-8CD0E99DCAE4}" srcOrd="1" destOrd="0" presId="urn:microsoft.com/office/officeart/2005/8/layout/vList2"/>
    <dgm:cxn modelId="{BB4C2116-5518-48D7-BCA2-1894CD8C0763}" type="presParOf" srcId="{37C5E85E-AD58-45BC-BE8A-23323301038A}" destId="{AC824217-BB29-4A19-A24C-4A4D91AA8C4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D09CD4C-1718-405C-848A-58A98A164373}"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1EBF81FA-2AE0-4D6C-A6D4-13042F0FE19C}">
      <dgm:prSet/>
      <dgm:spPr/>
      <dgm:t>
        <a:bodyPr/>
        <a:lstStyle/>
        <a:p>
          <a:r>
            <a:rPr lang="en-US"/>
            <a:t>Rischio di tokenismo</a:t>
          </a:r>
        </a:p>
      </dgm:t>
    </dgm:pt>
    <dgm:pt modelId="{56A439AB-F8A2-4482-879D-45430DAC4338}" type="parTrans" cxnId="{2E2C8864-75F8-477D-8E72-3F8FD9348D3E}">
      <dgm:prSet/>
      <dgm:spPr/>
      <dgm:t>
        <a:bodyPr/>
        <a:lstStyle/>
        <a:p>
          <a:endParaRPr lang="en-US"/>
        </a:p>
      </dgm:t>
    </dgm:pt>
    <dgm:pt modelId="{CD955695-D2BE-46AB-864B-576B61A2E1DE}" type="sibTrans" cxnId="{2E2C8864-75F8-477D-8E72-3F8FD9348D3E}">
      <dgm:prSet/>
      <dgm:spPr/>
      <dgm:t>
        <a:bodyPr/>
        <a:lstStyle/>
        <a:p>
          <a:endParaRPr lang="en-US"/>
        </a:p>
      </dgm:t>
    </dgm:pt>
    <dgm:pt modelId="{5C600BC2-E20C-407D-B057-D2A7E7F80D8B}">
      <dgm:prSet/>
      <dgm:spPr/>
      <dgm:t>
        <a:bodyPr/>
        <a:lstStyle/>
        <a:p>
          <a:r>
            <a:rPr lang="en-US"/>
            <a:t>Dibattito meritocratico.</a:t>
          </a:r>
        </a:p>
      </dgm:t>
    </dgm:pt>
    <dgm:pt modelId="{CFE37EE7-B3CB-417F-A70B-E8198D5B4E26}" type="parTrans" cxnId="{F96E0A8B-9C65-4EF3-B9DD-2442EF85E043}">
      <dgm:prSet/>
      <dgm:spPr/>
      <dgm:t>
        <a:bodyPr/>
        <a:lstStyle/>
        <a:p>
          <a:endParaRPr lang="en-US"/>
        </a:p>
      </dgm:t>
    </dgm:pt>
    <dgm:pt modelId="{E177D3EE-E9AB-43C9-8A3B-5BEB73363A39}" type="sibTrans" cxnId="{F96E0A8B-9C65-4EF3-B9DD-2442EF85E043}">
      <dgm:prSet/>
      <dgm:spPr/>
      <dgm:t>
        <a:bodyPr/>
        <a:lstStyle/>
        <a:p>
          <a:endParaRPr lang="en-US"/>
        </a:p>
      </dgm:t>
    </dgm:pt>
    <dgm:pt modelId="{3014C895-6DF2-4FEB-9235-9A9056EBB2E6}" type="pres">
      <dgm:prSet presAssocID="{0D09CD4C-1718-405C-848A-58A98A164373}" presName="linear" presStyleCnt="0">
        <dgm:presLayoutVars>
          <dgm:animLvl val="lvl"/>
          <dgm:resizeHandles val="exact"/>
        </dgm:presLayoutVars>
      </dgm:prSet>
      <dgm:spPr/>
    </dgm:pt>
    <dgm:pt modelId="{1549FFE1-FD28-4F9C-98E7-6B7584B095AE}" type="pres">
      <dgm:prSet presAssocID="{1EBF81FA-2AE0-4D6C-A6D4-13042F0FE19C}" presName="parentText" presStyleLbl="node1" presStyleIdx="0" presStyleCnt="2">
        <dgm:presLayoutVars>
          <dgm:chMax val="0"/>
          <dgm:bulletEnabled val="1"/>
        </dgm:presLayoutVars>
      </dgm:prSet>
      <dgm:spPr/>
    </dgm:pt>
    <dgm:pt modelId="{63DBEE92-3E45-49EF-80E2-8D09B8A96F78}" type="pres">
      <dgm:prSet presAssocID="{CD955695-D2BE-46AB-864B-576B61A2E1DE}" presName="spacer" presStyleCnt="0"/>
      <dgm:spPr/>
    </dgm:pt>
    <dgm:pt modelId="{29249C80-FACC-41D6-930A-1C694DB023FA}" type="pres">
      <dgm:prSet presAssocID="{5C600BC2-E20C-407D-B057-D2A7E7F80D8B}" presName="parentText" presStyleLbl="node1" presStyleIdx="1" presStyleCnt="2">
        <dgm:presLayoutVars>
          <dgm:chMax val="0"/>
          <dgm:bulletEnabled val="1"/>
        </dgm:presLayoutVars>
      </dgm:prSet>
      <dgm:spPr/>
    </dgm:pt>
  </dgm:ptLst>
  <dgm:cxnLst>
    <dgm:cxn modelId="{2E2C8864-75F8-477D-8E72-3F8FD9348D3E}" srcId="{0D09CD4C-1718-405C-848A-58A98A164373}" destId="{1EBF81FA-2AE0-4D6C-A6D4-13042F0FE19C}" srcOrd="0" destOrd="0" parTransId="{56A439AB-F8A2-4482-879D-45430DAC4338}" sibTransId="{CD955695-D2BE-46AB-864B-576B61A2E1DE}"/>
    <dgm:cxn modelId="{F96E0A8B-9C65-4EF3-B9DD-2442EF85E043}" srcId="{0D09CD4C-1718-405C-848A-58A98A164373}" destId="{5C600BC2-E20C-407D-B057-D2A7E7F80D8B}" srcOrd="1" destOrd="0" parTransId="{CFE37EE7-B3CB-417F-A70B-E8198D5B4E26}" sibTransId="{E177D3EE-E9AB-43C9-8A3B-5BEB73363A39}"/>
    <dgm:cxn modelId="{0FFA52A2-575F-4DBC-BB47-4A48795007ED}" type="presOf" srcId="{0D09CD4C-1718-405C-848A-58A98A164373}" destId="{3014C895-6DF2-4FEB-9235-9A9056EBB2E6}" srcOrd="0" destOrd="0" presId="urn:microsoft.com/office/officeart/2005/8/layout/vList2"/>
    <dgm:cxn modelId="{D242C4B1-017F-46FE-9B39-5095E495C7FD}" type="presOf" srcId="{1EBF81FA-2AE0-4D6C-A6D4-13042F0FE19C}" destId="{1549FFE1-FD28-4F9C-98E7-6B7584B095AE}" srcOrd="0" destOrd="0" presId="urn:microsoft.com/office/officeart/2005/8/layout/vList2"/>
    <dgm:cxn modelId="{7A5BDDBF-D166-4A6D-AE62-59F269E77474}" type="presOf" srcId="{5C600BC2-E20C-407D-B057-D2A7E7F80D8B}" destId="{29249C80-FACC-41D6-930A-1C694DB023FA}" srcOrd="0" destOrd="0" presId="urn:microsoft.com/office/officeart/2005/8/layout/vList2"/>
    <dgm:cxn modelId="{B4158540-5CC9-4428-AA99-DA0D57DA1BB8}" type="presParOf" srcId="{3014C895-6DF2-4FEB-9235-9A9056EBB2E6}" destId="{1549FFE1-FD28-4F9C-98E7-6B7584B095AE}" srcOrd="0" destOrd="0" presId="urn:microsoft.com/office/officeart/2005/8/layout/vList2"/>
    <dgm:cxn modelId="{869E60D7-4D53-475A-A4BE-4E5DE483C2F9}" type="presParOf" srcId="{3014C895-6DF2-4FEB-9235-9A9056EBB2E6}" destId="{63DBEE92-3E45-49EF-80E2-8D09B8A96F78}" srcOrd="1" destOrd="0" presId="urn:microsoft.com/office/officeart/2005/8/layout/vList2"/>
    <dgm:cxn modelId="{9CAA2B84-7160-46A9-A512-917D74B6B734}" type="presParOf" srcId="{3014C895-6DF2-4FEB-9235-9A9056EBB2E6}" destId="{29249C80-FACC-41D6-930A-1C694DB023FA}"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709888B-FFC4-4F61-832E-55FD39C58245}"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0BBAA289-3F32-476F-B6EE-32400D4A880D}">
      <dgm:prSet/>
      <dgm:spPr/>
      <dgm:t>
        <a:bodyPr/>
        <a:lstStyle/>
        <a:p>
          <a:r>
            <a:rPr lang="en-US"/>
            <a:t>Nord Europa: sostegno ampio</a:t>
          </a:r>
        </a:p>
      </dgm:t>
    </dgm:pt>
    <dgm:pt modelId="{8A01684A-E937-4088-B293-220CA9952C95}" type="parTrans" cxnId="{5609B4A9-4D2E-42BD-A3ED-D58470FB936C}">
      <dgm:prSet/>
      <dgm:spPr/>
      <dgm:t>
        <a:bodyPr/>
        <a:lstStyle/>
        <a:p>
          <a:endParaRPr lang="en-US"/>
        </a:p>
      </dgm:t>
    </dgm:pt>
    <dgm:pt modelId="{C0389D62-A73F-4458-BDC4-DA96D5206942}" type="sibTrans" cxnId="{5609B4A9-4D2E-42BD-A3ED-D58470FB936C}">
      <dgm:prSet/>
      <dgm:spPr/>
      <dgm:t>
        <a:bodyPr/>
        <a:lstStyle/>
        <a:p>
          <a:endParaRPr lang="en-US"/>
        </a:p>
      </dgm:t>
    </dgm:pt>
    <dgm:pt modelId="{AAE44F7A-8A24-45F9-9216-2B74C9B8BC89}">
      <dgm:prSet/>
      <dgm:spPr/>
      <dgm:t>
        <a:bodyPr/>
        <a:lstStyle/>
        <a:p>
          <a:r>
            <a:rPr lang="en-US"/>
            <a:t>Sud Europa: dibattito polarizzato.</a:t>
          </a:r>
        </a:p>
      </dgm:t>
    </dgm:pt>
    <dgm:pt modelId="{8B198D71-B2B7-4C9B-BFC4-656793E0821A}" type="parTrans" cxnId="{570FC6BA-098C-49F4-9950-DDFA29009DFD}">
      <dgm:prSet/>
      <dgm:spPr/>
      <dgm:t>
        <a:bodyPr/>
        <a:lstStyle/>
        <a:p>
          <a:endParaRPr lang="en-US"/>
        </a:p>
      </dgm:t>
    </dgm:pt>
    <dgm:pt modelId="{81031611-CA2B-4CDF-AF59-481BFF820802}" type="sibTrans" cxnId="{570FC6BA-098C-49F4-9950-DDFA29009DFD}">
      <dgm:prSet/>
      <dgm:spPr/>
      <dgm:t>
        <a:bodyPr/>
        <a:lstStyle/>
        <a:p>
          <a:endParaRPr lang="en-US"/>
        </a:p>
      </dgm:t>
    </dgm:pt>
    <dgm:pt modelId="{0E6B8317-D8B1-4545-8927-5547AA33912A}" type="pres">
      <dgm:prSet presAssocID="{B709888B-FFC4-4F61-832E-55FD39C58245}" presName="linear" presStyleCnt="0">
        <dgm:presLayoutVars>
          <dgm:animLvl val="lvl"/>
          <dgm:resizeHandles val="exact"/>
        </dgm:presLayoutVars>
      </dgm:prSet>
      <dgm:spPr/>
    </dgm:pt>
    <dgm:pt modelId="{48CDC606-43F4-4D13-BDE4-10176FD48A52}" type="pres">
      <dgm:prSet presAssocID="{0BBAA289-3F32-476F-B6EE-32400D4A880D}" presName="parentText" presStyleLbl="node1" presStyleIdx="0" presStyleCnt="2">
        <dgm:presLayoutVars>
          <dgm:chMax val="0"/>
          <dgm:bulletEnabled val="1"/>
        </dgm:presLayoutVars>
      </dgm:prSet>
      <dgm:spPr/>
    </dgm:pt>
    <dgm:pt modelId="{BA2F319C-7A14-4D77-B00B-564AD5388948}" type="pres">
      <dgm:prSet presAssocID="{C0389D62-A73F-4458-BDC4-DA96D5206942}" presName="spacer" presStyleCnt="0"/>
      <dgm:spPr/>
    </dgm:pt>
    <dgm:pt modelId="{2AAEEF49-919E-4ED5-8CC4-666CFA0082D0}" type="pres">
      <dgm:prSet presAssocID="{AAE44F7A-8A24-45F9-9216-2B74C9B8BC89}" presName="parentText" presStyleLbl="node1" presStyleIdx="1" presStyleCnt="2">
        <dgm:presLayoutVars>
          <dgm:chMax val="0"/>
          <dgm:bulletEnabled val="1"/>
        </dgm:presLayoutVars>
      </dgm:prSet>
      <dgm:spPr/>
    </dgm:pt>
  </dgm:ptLst>
  <dgm:cxnLst>
    <dgm:cxn modelId="{3CEA7311-06F9-4D0C-8A69-B284EB611174}" type="presOf" srcId="{0BBAA289-3F32-476F-B6EE-32400D4A880D}" destId="{48CDC606-43F4-4D13-BDE4-10176FD48A52}" srcOrd="0" destOrd="0" presId="urn:microsoft.com/office/officeart/2005/8/layout/vList2"/>
    <dgm:cxn modelId="{E7EF5032-4871-4045-81EF-0F582BF9AB81}" type="presOf" srcId="{B709888B-FFC4-4F61-832E-55FD39C58245}" destId="{0E6B8317-D8B1-4545-8927-5547AA33912A}" srcOrd="0" destOrd="0" presId="urn:microsoft.com/office/officeart/2005/8/layout/vList2"/>
    <dgm:cxn modelId="{F6D5AE3E-483D-4528-BD2D-87324B99D4E3}" type="presOf" srcId="{AAE44F7A-8A24-45F9-9216-2B74C9B8BC89}" destId="{2AAEEF49-919E-4ED5-8CC4-666CFA0082D0}" srcOrd="0" destOrd="0" presId="urn:microsoft.com/office/officeart/2005/8/layout/vList2"/>
    <dgm:cxn modelId="{5609B4A9-4D2E-42BD-A3ED-D58470FB936C}" srcId="{B709888B-FFC4-4F61-832E-55FD39C58245}" destId="{0BBAA289-3F32-476F-B6EE-32400D4A880D}" srcOrd="0" destOrd="0" parTransId="{8A01684A-E937-4088-B293-220CA9952C95}" sibTransId="{C0389D62-A73F-4458-BDC4-DA96D5206942}"/>
    <dgm:cxn modelId="{570FC6BA-098C-49F4-9950-DDFA29009DFD}" srcId="{B709888B-FFC4-4F61-832E-55FD39C58245}" destId="{AAE44F7A-8A24-45F9-9216-2B74C9B8BC89}" srcOrd="1" destOrd="0" parTransId="{8B198D71-B2B7-4C9B-BFC4-656793E0821A}" sibTransId="{81031611-CA2B-4CDF-AF59-481BFF820802}"/>
    <dgm:cxn modelId="{E14F2B52-17D4-4299-8490-0F83EA8C6785}" type="presParOf" srcId="{0E6B8317-D8B1-4545-8927-5547AA33912A}" destId="{48CDC606-43F4-4D13-BDE4-10176FD48A52}" srcOrd="0" destOrd="0" presId="urn:microsoft.com/office/officeart/2005/8/layout/vList2"/>
    <dgm:cxn modelId="{FD89F739-6820-47FD-BC87-97F02855EE30}" type="presParOf" srcId="{0E6B8317-D8B1-4545-8927-5547AA33912A}" destId="{BA2F319C-7A14-4D77-B00B-564AD5388948}" srcOrd="1" destOrd="0" presId="urn:microsoft.com/office/officeart/2005/8/layout/vList2"/>
    <dgm:cxn modelId="{0DCED272-F465-4E96-B9A6-C4D9CF045B98}" type="presParOf" srcId="{0E6B8317-D8B1-4545-8927-5547AA33912A}" destId="{2AAEEF49-919E-4ED5-8CC4-666CFA0082D0}"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5E444E36-047B-4E5C-B8EF-16E481935C2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8C30812F-2EC1-4BB0-824E-58B9AAA671D4}">
      <dgm:prSet/>
      <dgm:spPr/>
      <dgm:t>
        <a:bodyPr/>
        <a:lstStyle/>
        <a:p>
          <a:r>
            <a:rPr lang="en-US"/>
            <a:t>Approccio trasformativo</a:t>
          </a:r>
        </a:p>
      </dgm:t>
    </dgm:pt>
    <dgm:pt modelId="{8F74BBA5-ADEC-4DF8-B401-5E68D06ABF0F}" type="parTrans" cxnId="{3688B4E7-4137-4673-BDCE-231595A3F7B9}">
      <dgm:prSet/>
      <dgm:spPr/>
      <dgm:t>
        <a:bodyPr/>
        <a:lstStyle/>
        <a:p>
          <a:endParaRPr lang="en-US"/>
        </a:p>
      </dgm:t>
    </dgm:pt>
    <dgm:pt modelId="{F3B55306-A47C-40EE-B16B-D40BD005111A}" type="sibTrans" cxnId="{3688B4E7-4137-4673-BDCE-231595A3F7B9}">
      <dgm:prSet/>
      <dgm:spPr/>
      <dgm:t>
        <a:bodyPr/>
        <a:lstStyle/>
        <a:p>
          <a:endParaRPr lang="en-US"/>
        </a:p>
      </dgm:t>
    </dgm:pt>
    <dgm:pt modelId="{2D6B4346-7802-4BDC-BCAB-CA0B1A7DB3B4}">
      <dgm:prSet/>
      <dgm:spPr/>
      <dgm:t>
        <a:bodyPr/>
        <a:lstStyle/>
        <a:p>
          <a:r>
            <a:rPr lang="en-US"/>
            <a:t>Soft skills valorizzate.</a:t>
          </a:r>
        </a:p>
      </dgm:t>
    </dgm:pt>
    <dgm:pt modelId="{247A57A3-A85E-46C4-ABBE-BBB077975770}" type="parTrans" cxnId="{BCAD6E6A-4F16-4395-BBD2-BC52DD44E36E}">
      <dgm:prSet/>
      <dgm:spPr/>
      <dgm:t>
        <a:bodyPr/>
        <a:lstStyle/>
        <a:p>
          <a:endParaRPr lang="en-US"/>
        </a:p>
      </dgm:t>
    </dgm:pt>
    <dgm:pt modelId="{A0E592E9-1F81-4D9E-849C-F31D5CD9C451}" type="sibTrans" cxnId="{BCAD6E6A-4F16-4395-BBD2-BC52DD44E36E}">
      <dgm:prSet/>
      <dgm:spPr/>
      <dgm:t>
        <a:bodyPr/>
        <a:lstStyle/>
        <a:p>
          <a:endParaRPr lang="en-US"/>
        </a:p>
      </dgm:t>
    </dgm:pt>
    <dgm:pt modelId="{C2A929B0-EAD6-40E5-A11C-56ED450626D7}" type="pres">
      <dgm:prSet presAssocID="{5E444E36-047B-4E5C-B8EF-16E481935C29}" presName="linear" presStyleCnt="0">
        <dgm:presLayoutVars>
          <dgm:animLvl val="lvl"/>
          <dgm:resizeHandles val="exact"/>
        </dgm:presLayoutVars>
      </dgm:prSet>
      <dgm:spPr/>
    </dgm:pt>
    <dgm:pt modelId="{CCDE5AF4-F795-486B-AE59-B40BC0F7A55D}" type="pres">
      <dgm:prSet presAssocID="{8C30812F-2EC1-4BB0-824E-58B9AAA671D4}" presName="parentText" presStyleLbl="node1" presStyleIdx="0" presStyleCnt="2">
        <dgm:presLayoutVars>
          <dgm:chMax val="0"/>
          <dgm:bulletEnabled val="1"/>
        </dgm:presLayoutVars>
      </dgm:prSet>
      <dgm:spPr/>
    </dgm:pt>
    <dgm:pt modelId="{2C4FB361-14B3-4D09-A526-7D14432FB3E5}" type="pres">
      <dgm:prSet presAssocID="{F3B55306-A47C-40EE-B16B-D40BD005111A}" presName="spacer" presStyleCnt="0"/>
      <dgm:spPr/>
    </dgm:pt>
    <dgm:pt modelId="{375FE97D-7C21-42A7-B401-599563CB1D6E}" type="pres">
      <dgm:prSet presAssocID="{2D6B4346-7802-4BDC-BCAB-CA0B1A7DB3B4}" presName="parentText" presStyleLbl="node1" presStyleIdx="1" presStyleCnt="2">
        <dgm:presLayoutVars>
          <dgm:chMax val="0"/>
          <dgm:bulletEnabled val="1"/>
        </dgm:presLayoutVars>
      </dgm:prSet>
      <dgm:spPr/>
    </dgm:pt>
  </dgm:ptLst>
  <dgm:cxnLst>
    <dgm:cxn modelId="{BCAD6E6A-4F16-4395-BBD2-BC52DD44E36E}" srcId="{5E444E36-047B-4E5C-B8EF-16E481935C29}" destId="{2D6B4346-7802-4BDC-BCAB-CA0B1A7DB3B4}" srcOrd="1" destOrd="0" parTransId="{247A57A3-A85E-46C4-ABBE-BBB077975770}" sibTransId="{A0E592E9-1F81-4D9E-849C-F31D5CD9C451}"/>
    <dgm:cxn modelId="{EEDE844F-579C-43CA-85B7-2A0D00E34FF5}" type="presOf" srcId="{8C30812F-2EC1-4BB0-824E-58B9AAA671D4}" destId="{CCDE5AF4-F795-486B-AE59-B40BC0F7A55D}" srcOrd="0" destOrd="0" presId="urn:microsoft.com/office/officeart/2005/8/layout/vList2"/>
    <dgm:cxn modelId="{1515BD5A-FD70-4A7D-B18E-AE5CB15A76E5}" type="presOf" srcId="{2D6B4346-7802-4BDC-BCAB-CA0B1A7DB3B4}" destId="{375FE97D-7C21-42A7-B401-599563CB1D6E}" srcOrd="0" destOrd="0" presId="urn:microsoft.com/office/officeart/2005/8/layout/vList2"/>
    <dgm:cxn modelId="{77527CBE-8172-40AA-BAE3-9DF8C79746E4}" type="presOf" srcId="{5E444E36-047B-4E5C-B8EF-16E481935C29}" destId="{C2A929B0-EAD6-40E5-A11C-56ED450626D7}" srcOrd="0" destOrd="0" presId="urn:microsoft.com/office/officeart/2005/8/layout/vList2"/>
    <dgm:cxn modelId="{3688B4E7-4137-4673-BDCE-231595A3F7B9}" srcId="{5E444E36-047B-4E5C-B8EF-16E481935C29}" destId="{8C30812F-2EC1-4BB0-824E-58B9AAA671D4}" srcOrd="0" destOrd="0" parTransId="{8F74BBA5-ADEC-4DF8-B401-5E68D06ABF0F}" sibTransId="{F3B55306-A47C-40EE-B16B-D40BD005111A}"/>
    <dgm:cxn modelId="{9C7C8E48-C59C-47A1-A903-E90EADD8A9CD}" type="presParOf" srcId="{C2A929B0-EAD6-40E5-A11C-56ED450626D7}" destId="{CCDE5AF4-F795-486B-AE59-B40BC0F7A55D}" srcOrd="0" destOrd="0" presId="urn:microsoft.com/office/officeart/2005/8/layout/vList2"/>
    <dgm:cxn modelId="{B430EF69-FBF9-4DAF-8202-A146CC64D01B}" type="presParOf" srcId="{C2A929B0-EAD6-40E5-A11C-56ED450626D7}" destId="{2C4FB361-14B3-4D09-A526-7D14432FB3E5}" srcOrd="1" destOrd="0" presId="urn:microsoft.com/office/officeart/2005/8/layout/vList2"/>
    <dgm:cxn modelId="{4070AC99-ED8C-4819-B39B-2F8AE238B813}" type="presParOf" srcId="{C2A929B0-EAD6-40E5-A11C-56ED450626D7}" destId="{375FE97D-7C21-42A7-B401-599563CB1D6E}"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4050BA7-872D-4357-9AB4-05FD4B4DF79F}"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7603D7B0-8A46-4D64-A1FB-19A7F063CA9F}">
      <dgm:prSet/>
      <dgm:spPr/>
      <dgm:t>
        <a:bodyPr/>
        <a:lstStyle/>
        <a:p>
          <a:r>
            <a:rPr lang="en-US"/>
            <a:t>Strumento, non fine.</a:t>
          </a:r>
        </a:p>
      </dgm:t>
    </dgm:pt>
    <dgm:pt modelId="{83EF8C8A-F80C-488D-AFAD-51CC8B2F1246}" type="parTrans" cxnId="{F457FBA3-C712-4C55-A704-36BBF6A1F541}">
      <dgm:prSet/>
      <dgm:spPr/>
      <dgm:t>
        <a:bodyPr/>
        <a:lstStyle/>
        <a:p>
          <a:endParaRPr lang="en-US"/>
        </a:p>
      </dgm:t>
    </dgm:pt>
    <dgm:pt modelId="{1678EE9E-40BA-44DA-9821-C046CB139127}" type="sibTrans" cxnId="{F457FBA3-C712-4C55-A704-36BBF6A1F541}">
      <dgm:prSet/>
      <dgm:spPr/>
      <dgm:t>
        <a:bodyPr/>
        <a:lstStyle/>
        <a:p>
          <a:endParaRPr lang="en-US"/>
        </a:p>
      </dgm:t>
    </dgm:pt>
    <dgm:pt modelId="{D91211DC-EA2C-458D-AF03-1C629A60FC0E}">
      <dgm:prSet/>
      <dgm:spPr/>
      <dgm:t>
        <a:bodyPr/>
        <a:lstStyle/>
        <a:p>
          <a:r>
            <a:rPr lang="en-US"/>
            <a:t>Serve leadership equa e inclusiva.</a:t>
          </a:r>
        </a:p>
      </dgm:t>
    </dgm:pt>
    <dgm:pt modelId="{996CFC8E-CB07-4DF5-A851-AAC337EC9481}" type="parTrans" cxnId="{9D2E308E-5136-4FC1-8197-4782064EAB13}">
      <dgm:prSet/>
      <dgm:spPr/>
      <dgm:t>
        <a:bodyPr/>
        <a:lstStyle/>
        <a:p>
          <a:endParaRPr lang="en-US"/>
        </a:p>
      </dgm:t>
    </dgm:pt>
    <dgm:pt modelId="{FCB6C2F1-8D47-482B-A875-F69565F03D0A}" type="sibTrans" cxnId="{9D2E308E-5136-4FC1-8197-4782064EAB13}">
      <dgm:prSet/>
      <dgm:spPr/>
      <dgm:t>
        <a:bodyPr/>
        <a:lstStyle/>
        <a:p>
          <a:endParaRPr lang="en-US"/>
        </a:p>
      </dgm:t>
    </dgm:pt>
    <dgm:pt modelId="{71D644DA-47DF-4A24-BFD7-4DEC44DE6C09}" type="pres">
      <dgm:prSet presAssocID="{04050BA7-872D-4357-9AB4-05FD4B4DF79F}" presName="linear" presStyleCnt="0">
        <dgm:presLayoutVars>
          <dgm:animLvl val="lvl"/>
          <dgm:resizeHandles val="exact"/>
        </dgm:presLayoutVars>
      </dgm:prSet>
      <dgm:spPr/>
    </dgm:pt>
    <dgm:pt modelId="{3621A0EC-63C6-4126-8342-0013198A2EA5}" type="pres">
      <dgm:prSet presAssocID="{7603D7B0-8A46-4D64-A1FB-19A7F063CA9F}" presName="parentText" presStyleLbl="node1" presStyleIdx="0" presStyleCnt="2">
        <dgm:presLayoutVars>
          <dgm:chMax val="0"/>
          <dgm:bulletEnabled val="1"/>
        </dgm:presLayoutVars>
      </dgm:prSet>
      <dgm:spPr/>
    </dgm:pt>
    <dgm:pt modelId="{66249505-3CD4-4CF1-93CA-6D999DF968AD}" type="pres">
      <dgm:prSet presAssocID="{1678EE9E-40BA-44DA-9821-C046CB139127}" presName="spacer" presStyleCnt="0"/>
      <dgm:spPr/>
    </dgm:pt>
    <dgm:pt modelId="{DEEAD3F0-808B-4CF7-8E23-4F2584D3DCF0}" type="pres">
      <dgm:prSet presAssocID="{D91211DC-EA2C-458D-AF03-1C629A60FC0E}" presName="parentText" presStyleLbl="node1" presStyleIdx="1" presStyleCnt="2">
        <dgm:presLayoutVars>
          <dgm:chMax val="0"/>
          <dgm:bulletEnabled val="1"/>
        </dgm:presLayoutVars>
      </dgm:prSet>
      <dgm:spPr/>
    </dgm:pt>
  </dgm:ptLst>
  <dgm:cxnLst>
    <dgm:cxn modelId="{9D2E308E-5136-4FC1-8197-4782064EAB13}" srcId="{04050BA7-872D-4357-9AB4-05FD4B4DF79F}" destId="{D91211DC-EA2C-458D-AF03-1C629A60FC0E}" srcOrd="1" destOrd="0" parTransId="{996CFC8E-CB07-4DF5-A851-AAC337EC9481}" sibTransId="{FCB6C2F1-8D47-482B-A875-F69565F03D0A}"/>
    <dgm:cxn modelId="{F457FBA3-C712-4C55-A704-36BBF6A1F541}" srcId="{04050BA7-872D-4357-9AB4-05FD4B4DF79F}" destId="{7603D7B0-8A46-4D64-A1FB-19A7F063CA9F}" srcOrd="0" destOrd="0" parTransId="{83EF8C8A-F80C-488D-AFAD-51CC8B2F1246}" sibTransId="{1678EE9E-40BA-44DA-9821-C046CB139127}"/>
    <dgm:cxn modelId="{48C1F7A9-6C4D-437B-8E15-E8FFEA23CAB6}" type="presOf" srcId="{7603D7B0-8A46-4D64-A1FB-19A7F063CA9F}" destId="{3621A0EC-63C6-4126-8342-0013198A2EA5}" srcOrd="0" destOrd="0" presId="urn:microsoft.com/office/officeart/2005/8/layout/vList2"/>
    <dgm:cxn modelId="{4EE5DCAB-F3A8-4A97-9EA0-D3D9A9003653}" type="presOf" srcId="{D91211DC-EA2C-458D-AF03-1C629A60FC0E}" destId="{DEEAD3F0-808B-4CF7-8E23-4F2584D3DCF0}" srcOrd="0" destOrd="0" presId="urn:microsoft.com/office/officeart/2005/8/layout/vList2"/>
    <dgm:cxn modelId="{B4A9CAEF-DA28-4E77-92BC-78C8ABF505E1}" type="presOf" srcId="{04050BA7-872D-4357-9AB4-05FD4B4DF79F}" destId="{71D644DA-47DF-4A24-BFD7-4DEC44DE6C09}" srcOrd="0" destOrd="0" presId="urn:microsoft.com/office/officeart/2005/8/layout/vList2"/>
    <dgm:cxn modelId="{11A6FDA3-D2F0-4128-92F9-4D591E73E222}" type="presParOf" srcId="{71D644DA-47DF-4A24-BFD7-4DEC44DE6C09}" destId="{3621A0EC-63C6-4126-8342-0013198A2EA5}" srcOrd="0" destOrd="0" presId="urn:microsoft.com/office/officeart/2005/8/layout/vList2"/>
    <dgm:cxn modelId="{D1444BA6-471E-461C-ABBD-980D20750294}" type="presParOf" srcId="{71D644DA-47DF-4A24-BFD7-4DEC44DE6C09}" destId="{66249505-3CD4-4CF1-93CA-6D999DF968AD}" srcOrd="1" destOrd="0" presId="urn:microsoft.com/office/officeart/2005/8/layout/vList2"/>
    <dgm:cxn modelId="{EC4BA1CE-4E05-4996-8088-0A5DD6A16D3D}" type="presParOf" srcId="{71D644DA-47DF-4A24-BFD7-4DEC44DE6C09}" destId="{DEEAD3F0-808B-4CF7-8E23-4F2584D3DCF0}"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C0945D51-3F4F-47CB-9EC8-5364AE2BBF66}" type="doc">
      <dgm:prSet loTypeId="urn:microsoft.com/office/officeart/2017/3/layout/DropPinTimeline" loCatId="process" qsTypeId="urn:microsoft.com/office/officeart/2005/8/quickstyle/simple4" qsCatId="simple" csTypeId="urn:microsoft.com/office/officeart/2005/8/colors/colorful5" csCatId="colorful" phldr="1"/>
      <dgm:spPr/>
      <dgm:t>
        <a:bodyPr/>
        <a:lstStyle/>
        <a:p>
          <a:endParaRPr lang="en-US"/>
        </a:p>
      </dgm:t>
    </dgm:pt>
    <dgm:pt modelId="{B8D731CF-8BF2-4DF1-93CA-399FC4C9D8C9}">
      <dgm:prSet/>
      <dgm:spPr/>
      <dgm:t>
        <a:bodyPr/>
        <a:lstStyle/>
        <a:p>
          <a:pPr>
            <a:defRPr b="1"/>
          </a:pPr>
          <a:r>
            <a:rPr lang="en-US"/>
            <a:t>1979</a:t>
          </a:r>
        </a:p>
      </dgm:t>
    </dgm:pt>
    <dgm:pt modelId="{27B8FC91-54CB-48D3-9844-4A348CA1EA9E}" type="parTrans" cxnId="{A715EA49-56D1-4C00-8AC5-5A690C51C2CA}">
      <dgm:prSet/>
      <dgm:spPr/>
      <dgm:t>
        <a:bodyPr/>
        <a:lstStyle/>
        <a:p>
          <a:endParaRPr lang="en-US"/>
        </a:p>
      </dgm:t>
    </dgm:pt>
    <dgm:pt modelId="{95CF9B51-4A96-43A8-ABCC-A0B990D6E56D}" type="sibTrans" cxnId="{A715EA49-56D1-4C00-8AC5-5A690C51C2CA}">
      <dgm:prSet/>
      <dgm:spPr/>
      <dgm:t>
        <a:bodyPr/>
        <a:lstStyle/>
        <a:p>
          <a:endParaRPr lang="en-US"/>
        </a:p>
      </dgm:t>
    </dgm:pt>
    <dgm:pt modelId="{055767FA-068B-49B4-BF67-8E0ED7F574E6}">
      <dgm:prSet/>
      <dgm:spPr/>
      <dgm:t>
        <a:bodyPr/>
        <a:lstStyle/>
        <a:p>
          <a:r>
            <a:rPr lang="en-US"/>
            <a:t>CEDAW 1979</a:t>
          </a:r>
        </a:p>
      </dgm:t>
    </dgm:pt>
    <dgm:pt modelId="{8625FA8B-E1F6-4579-9985-77FF239AAF7C}" type="parTrans" cxnId="{327502B4-78B9-48C3-8D52-72045495337E}">
      <dgm:prSet/>
      <dgm:spPr/>
      <dgm:t>
        <a:bodyPr/>
        <a:lstStyle/>
        <a:p>
          <a:endParaRPr lang="en-US"/>
        </a:p>
      </dgm:t>
    </dgm:pt>
    <dgm:pt modelId="{A111D0F3-495C-4A63-9490-55FC57CB6C65}" type="sibTrans" cxnId="{327502B4-78B9-48C3-8D52-72045495337E}">
      <dgm:prSet/>
      <dgm:spPr/>
      <dgm:t>
        <a:bodyPr/>
        <a:lstStyle/>
        <a:p>
          <a:endParaRPr lang="en-US"/>
        </a:p>
      </dgm:t>
    </dgm:pt>
    <dgm:pt modelId="{E424F115-E28F-491F-AD59-9736393E0529}">
      <dgm:prSet/>
      <dgm:spPr/>
      <dgm:t>
        <a:bodyPr/>
        <a:lstStyle/>
        <a:p>
          <a:pPr>
            <a:defRPr b="1"/>
          </a:pPr>
          <a:r>
            <a:rPr lang="en-US"/>
            <a:t>2011</a:t>
          </a:r>
        </a:p>
      </dgm:t>
    </dgm:pt>
    <dgm:pt modelId="{3138D525-86DF-4CA2-B384-07DEAAB0613A}" type="parTrans" cxnId="{910BF8E6-FE96-468D-A975-97700EE994EC}">
      <dgm:prSet/>
      <dgm:spPr/>
      <dgm:t>
        <a:bodyPr/>
        <a:lstStyle/>
        <a:p>
          <a:endParaRPr lang="en-US"/>
        </a:p>
      </dgm:t>
    </dgm:pt>
    <dgm:pt modelId="{5C9CB655-D2A9-443E-BD96-E49F021A0C97}" type="sibTrans" cxnId="{910BF8E6-FE96-468D-A975-97700EE994EC}">
      <dgm:prSet/>
      <dgm:spPr/>
      <dgm:t>
        <a:bodyPr/>
        <a:lstStyle/>
        <a:p>
          <a:endParaRPr lang="en-US"/>
        </a:p>
      </dgm:t>
    </dgm:pt>
    <dgm:pt modelId="{D3D6AE25-3956-42A8-A923-CC26A472EF24}">
      <dgm:prSet/>
      <dgm:spPr/>
      <dgm:t>
        <a:bodyPr/>
        <a:lstStyle/>
        <a:p>
          <a:r>
            <a:rPr lang="en-US"/>
            <a:t>Convenzione di Istanbul 2011.</a:t>
          </a:r>
        </a:p>
      </dgm:t>
    </dgm:pt>
    <dgm:pt modelId="{F393ED38-5FEC-4E0E-BD69-0AAA4F7A5E46}" type="parTrans" cxnId="{89ED4557-21B2-4E88-ABD9-5D2191A5EDD6}">
      <dgm:prSet/>
      <dgm:spPr/>
      <dgm:t>
        <a:bodyPr/>
        <a:lstStyle/>
        <a:p>
          <a:endParaRPr lang="en-US"/>
        </a:p>
      </dgm:t>
    </dgm:pt>
    <dgm:pt modelId="{30BD02FB-2C5E-48C6-B6F8-03C76B302B21}" type="sibTrans" cxnId="{89ED4557-21B2-4E88-ABD9-5D2191A5EDD6}">
      <dgm:prSet/>
      <dgm:spPr/>
      <dgm:t>
        <a:bodyPr/>
        <a:lstStyle/>
        <a:p>
          <a:endParaRPr lang="en-US"/>
        </a:p>
      </dgm:t>
    </dgm:pt>
    <dgm:pt modelId="{45B8E05F-513F-42B4-B1EF-3F6720B89CA0}" type="pres">
      <dgm:prSet presAssocID="{C0945D51-3F4F-47CB-9EC8-5364AE2BBF66}" presName="root" presStyleCnt="0">
        <dgm:presLayoutVars>
          <dgm:chMax/>
          <dgm:chPref/>
          <dgm:animLvl val="lvl"/>
        </dgm:presLayoutVars>
      </dgm:prSet>
      <dgm:spPr/>
    </dgm:pt>
    <dgm:pt modelId="{AD4009B0-ACAD-4047-B59E-EE378219F711}" type="pres">
      <dgm:prSet presAssocID="{C0945D51-3F4F-47CB-9EC8-5364AE2BBF66}" presName="divider" presStyleLbl="fgAcc1" presStyleIdx="0" presStyleCnt="3"/>
      <dgm:spPr>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tailEnd type="triangle" w="lg" len="lg"/>
        </a:ln>
        <a:effectLst/>
      </dgm:spPr>
    </dgm:pt>
    <dgm:pt modelId="{D245F668-6D25-4116-8548-12A66700CDEB}" type="pres">
      <dgm:prSet presAssocID="{C0945D51-3F4F-47CB-9EC8-5364AE2BBF66}" presName="nodes" presStyleCnt="0">
        <dgm:presLayoutVars>
          <dgm:chMax/>
          <dgm:chPref/>
          <dgm:animLvl val="lvl"/>
        </dgm:presLayoutVars>
      </dgm:prSet>
      <dgm:spPr/>
    </dgm:pt>
    <dgm:pt modelId="{63C8533B-F6CE-45A7-A003-59E1C1D5C5B0}" type="pres">
      <dgm:prSet presAssocID="{B8D731CF-8BF2-4DF1-93CA-399FC4C9D8C9}" presName="composite1" presStyleCnt="0"/>
      <dgm:spPr/>
    </dgm:pt>
    <dgm:pt modelId="{545F4A0D-C467-44C3-8C1D-6886760F8C53}" type="pres">
      <dgm:prSet presAssocID="{B8D731CF-8BF2-4DF1-93CA-399FC4C9D8C9}" presName="ConnectorPoint1" presStyleLbl="lnNode1" presStyleIdx="0" presStyleCnt="2"/>
      <dgm:spPr/>
    </dgm:pt>
    <dgm:pt modelId="{B694DDDF-B1F8-4194-AF89-6E286772BFAC}" type="pres">
      <dgm:prSet presAssocID="{B8D731CF-8BF2-4DF1-93CA-399FC4C9D8C9}" presName="DropPinPlaceHolder1" presStyleCnt="0"/>
      <dgm:spPr/>
    </dgm:pt>
    <dgm:pt modelId="{D00E2A74-471D-413C-A896-C940E4C68608}" type="pres">
      <dgm:prSet presAssocID="{B8D731CF-8BF2-4DF1-93CA-399FC4C9D8C9}" presName="DropPin1" presStyleLbl="alignNode1" presStyleIdx="0" presStyleCnt="2"/>
      <dgm:spPr/>
    </dgm:pt>
    <dgm:pt modelId="{18F1B2CF-F60B-4A75-81B3-B22ABF00FCCC}" type="pres">
      <dgm:prSet presAssocID="{B8D731CF-8BF2-4DF1-93CA-399FC4C9D8C9}" presName="Ellipse1" presStyleLbl="fgAcc1" presStyleIdx="1" presStyleCnt="3"/>
      <dgm:spPr>
        <a:solidFill>
          <a:schemeClr val="lt1">
            <a:alpha val="90000"/>
            <a:hueOff val="0"/>
            <a:satOff val="0"/>
            <a:lumOff val="0"/>
            <a:alphaOff val="0"/>
          </a:schemeClr>
        </a:solidFill>
        <a:ln w="9525" cap="flat" cmpd="sng" algn="ctr">
          <a:noFill/>
          <a:prstDash val="solid"/>
        </a:ln>
        <a:effectLst/>
      </dgm:spPr>
    </dgm:pt>
    <dgm:pt modelId="{81230A83-5AE1-4A83-94C3-20B8B1305987}" type="pres">
      <dgm:prSet presAssocID="{B8D731CF-8BF2-4DF1-93CA-399FC4C9D8C9}" presName="L2TextContainer1" presStyleLbl="revTx" presStyleIdx="0" presStyleCnt="4">
        <dgm:presLayoutVars>
          <dgm:bulletEnabled val="1"/>
        </dgm:presLayoutVars>
      </dgm:prSet>
      <dgm:spPr/>
    </dgm:pt>
    <dgm:pt modelId="{FAB60001-4105-4308-85AA-7226244EDF08}" type="pres">
      <dgm:prSet presAssocID="{B8D731CF-8BF2-4DF1-93CA-399FC4C9D8C9}" presName="L1TextContainer1" presStyleLbl="revTx" presStyleIdx="1" presStyleCnt="4">
        <dgm:presLayoutVars>
          <dgm:chMax val="1"/>
          <dgm:chPref val="1"/>
          <dgm:bulletEnabled val="1"/>
        </dgm:presLayoutVars>
      </dgm:prSet>
      <dgm:spPr/>
    </dgm:pt>
    <dgm:pt modelId="{1EEA7EDB-7A26-4F44-9987-03B3A5A7B02C}" type="pres">
      <dgm:prSet presAssocID="{B8D731CF-8BF2-4DF1-93CA-399FC4C9D8C9}" presName="ConnectLine1" presStyleLbl="sibTrans1D1" presStyleIdx="0" presStyleCnt="2"/>
      <dgm:spPr>
        <a:noFill/>
        <a:ln w="12700" cap="flat" cmpd="sng" algn="ctr">
          <a:solidFill>
            <a:schemeClr val="accent5">
              <a:hueOff val="0"/>
              <a:satOff val="0"/>
              <a:lumOff val="0"/>
              <a:alphaOff val="0"/>
            </a:schemeClr>
          </a:solidFill>
          <a:prstDash val="dash"/>
        </a:ln>
        <a:effectLst/>
      </dgm:spPr>
    </dgm:pt>
    <dgm:pt modelId="{2FA08567-0B25-455B-A144-0E26FB5F33C5}" type="pres">
      <dgm:prSet presAssocID="{B8D731CF-8BF2-4DF1-93CA-399FC4C9D8C9}" presName="EmptyPlaceHolder1" presStyleCnt="0"/>
      <dgm:spPr/>
    </dgm:pt>
    <dgm:pt modelId="{BEF7E067-5E22-4654-98F4-2D49E2BE4D59}" type="pres">
      <dgm:prSet presAssocID="{95CF9B51-4A96-43A8-ABCC-A0B990D6E56D}" presName="spaceBetweenRectangles1" presStyleCnt="0"/>
      <dgm:spPr/>
    </dgm:pt>
    <dgm:pt modelId="{69C36048-C9BE-47CF-81C0-945C6AA5A9E4}" type="pres">
      <dgm:prSet presAssocID="{E424F115-E28F-491F-AD59-9736393E0529}" presName="composite1" presStyleCnt="0"/>
      <dgm:spPr/>
    </dgm:pt>
    <dgm:pt modelId="{C226D50A-2E83-46D4-A8CA-7F0202E6DF85}" type="pres">
      <dgm:prSet presAssocID="{E424F115-E28F-491F-AD59-9736393E0529}" presName="ConnectorPoint1" presStyleLbl="lnNode1" presStyleIdx="1" presStyleCnt="2"/>
      <dgm:spPr/>
    </dgm:pt>
    <dgm:pt modelId="{EBE3CBCF-460C-496E-B5F0-C5971F61197B}" type="pres">
      <dgm:prSet presAssocID="{E424F115-E28F-491F-AD59-9736393E0529}" presName="DropPinPlaceHolder1" presStyleCnt="0"/>
      <dgm:spPr/>
    </dgm:pt>
    <dgm:pt modelId="{0B867FB8-F189-416B-8281-41E9ED26BAA3}" type="pres">
      <dgm:prSet presAssocID="{E424F115-E28F-491F-AD59-9736393E0529}" presName="DropPin1" presStyleLbl="alignNode1" presStyleIdx="1" presStyleCnt="2"/>
      <dgm:spPr/>
    </dgm:pt>
    <dgm:pt modelId="{97B02955-E81D-4C3D-97A6-E06AFB76512C}" type="pres">
      <dgm:prSet presAssocID="{E424F115-E28F-491F-AD59-9736393E0529}" presName="Ellipse1" presStyleLbl="fgAcc1" presStyleIdx="2" presStyleCnt="3"/>
      <dgm:spPr>
        <a:solidFill>
          <a:schemeClr val="lt1">
            <a:alpha val="90000"/>
            <a:hueOff val="0"/>
            <a:satOff val="0"/>
            <a:lumOff val="0"/>
            <a:alphaOff val="0"/>
          </a:schemeClr>
        </a:solidFill>
        <a:ln w="9525" cap="flat" cmpd="sng" algn="ctr">
          <a:noFill/>
          <a:prstDash val="solid"/>
        </a:ln>
        <a:effectLst/>
      </dgm:spPr>
    </dgm:pt>
    <dgm:pt modelId="{A61491E3-16C3-411C-B87C-E0DE0CC77427}" type="pres">
      <dgm:prSet presAssocID="{E424F115-E28F-491F-AD59-9736393E0529}" presName="L2TextContainer1" presStyleLbl="revTx" presStyleIdx="2" presStyleCnt="4">
        <dgm:presLayoutVars>
          <dgm:bulletEnabled val="1"/>
        </dgm:presLayoutVars>
      </dgm:prSet>
      <dgm:spPr/>
    </dgm:pt>
    <dgm:pt modelId="{C34621D4-C49D-47F5-8EC5-FA86F2005534}" type="pres">
      <dgm:prSet presAssocID="{E424F115-E28F-491F-AD59-9736393E0529}" presName="L1TextContainer1" presStyleLbl="revTx" presStyleIdx="3" presStyleCnt="4">
        <dgm:presLayoutVars>
          <dgm:chMax val="1"/>
          <dgm:chPref val="1"/>
          <dgm:bulletEnabled val="1"/>
        </dgm:presLayoutVars>
      </dgm:prSet>
      <dgm:spPr/>
    </dgm:pt>
    <dgm:pt modelId="{5C5E2105-7C78-403C-8E13-D5CD589CB0CD}" type="pres">
      <dgm:prSet presAssocID="{E424F115-E28F-491F-AD59-9736393E0529}" presName="ConnectLine1" presStyleLbl="sibTrans1D1" presStyleIdx="1" presStyleCnt="2"/>
      <dgm:spPr>
        <a:noFill/>
        <a:ln w="12700" cap="flat" cmpd="sng" algn="ctr">
          <a:solidFill>
            <a:schemeClr val="accent5">
              <a:hueOff val="-9933876"/>
              <a:satOff val="39811"/>
              <a:lumOff val="8628"/>
              <a:alphaOff val="0"/>
            </a:schemeClr>
          </a:solidFill>
          <a:prstDash val="dash"/>
        </a:ln>
        <a:effectLst/>
      </dgm:spPr>
    </dgm:pt>
    <dgm:pt modelId="{1CE4EF6B-7B75-440A-AD8C-083173366A49}" type="pres">
      <dgm:prSet presAssocID="{E424F115-E28F-491F-AD59-9736393E0529}" presName="EmptyPlaceHolder1" presStyleCnt="0"/>
      <dgm:spPr/>
    </dgm:pt>
  </dgm:ptLst>
  <dgm:cxnLst>
    <dgm:cxn modelId="{0DBB1A1A-864C-4F95-A310-3E1370966129}" type="presOf" srcId="{B8D731CF-8BF2-4DF1-93CA-399FC4C9D8C9}" destId="{FAB60001-4105-4308-85AA-7226244EDF08}" srcOrd="0" destOrd="0" presId="urn:microsoft.com/office/officeart/2017/3/layout/DropPinTimeline"/>
    <dgm:cxn modelId="{A8A45561-C8E1-4DAE-90C9-6488B7398E5D}" type="presOf" srcId="{E424F115-E28F-491F-AD59-9736393E0529}" destId="{C34621D4-C49D-47F5-8EC5-FA86F2005534}" srcOrd="0" destOrd="0" presId="urn:microsoft.com/office/officeart/2017/3/layout/DropPinTimeline"/>
    <dgm:cxn modelId="{A715EA49-56D1-4C00-8AC5-5A690C51C2CA}" srcId="{C0945D51-3F4F-47CB-9EC8-5364AE2BBF66}" destId="{B8D731CF-8BF2-4DF1-93CA-399FC4C9D8C9}" srcOrd="0" destOrd="0" parTransId="{27B8FC91-54CB-48D3-9844-4A348CA1EA9E}" sibTransId="{95CF9B51-4A96-43A8-ABCC-A0B990D6E56D}"/>
    <dgm:cxn modelId="{89ED4557-21B2-4E88-ABD9-5D2191A5EDD6}" srcId="{E424F115-E28F-491F-AD59-9736393E0529}" destId="{D3D6AE25-3956-42A8-A923-CC26A472EF24}" srcOrd="0" destOrd="0" parTransId="{F393ED38-5FEC-4E0E-BD69-0AAA4F7A5E46}" sibTransId="{30BD02FB-2C5E-48C6-B6F8-03C76B302B21}"/>
    <dgm:cxn modelId="{B1E4C38C-8DDF-43EB-BBDD-47C3540F6F9F}" type="presOf" srcId="{055767FA-068B-49B4-BF67-8E0ED7F574E6}" destId="{81230A83-5AE1-4A83-94C3-20B8B1305987}" srcOrd="0" destOrd="0" presId="urn:microsoft.com/office/officeart/2017/3/layout/DropPinTimeline"/>
    <dgm:cxn modelId="{327502B4-78B9-48C3-8D52-72045495337E}" srcId="{B8D731CF-8BF2-4DF1-93CA-399FC4C9D8C9}" destId="{055767FA-068B-49B4-BF67-8E0ED7F574E6}" srcOrd="0" destOrd="0" parTransId="{8625FA8B-E1F6-4579-9985-77FF239AAF7C}" sibTransId="{A111D0F3-495C-4A63-9490-55FC57CB6C65}"/>
    <dgm:cxn modelId="{8E2EE6D8-AFAE-4330-9920-BC577231668C}" type="presOf" srcId="{C0945D51-3F4F-47CB-9EC8-5364AE2BBF66}" destId="{45B8E05F-513F-42B4-B1EF-3F6720B89CA0}" srcOrd="0" destOrd="0" presId="urn:microsoft.com/office/officeart/2017/3/layout/DropPinTimeline"/>
    <dgm:cxn modelId="{910BF8E6-FE96-468D-A975-97700EE994EC}" srcId="{C0945D51-3F4F-47CB-9EC8-5364AE2BBF66}" destId="{E424F115-E28F-491F-AD59-9736393E0529}" srcOrd="1" destOrd="0" parTransId="{3138D525-86DF-4CA2-B384-07DEAAB0613A}" sibTransId="{5C9CB655-D2A9-443E-BD96-E49F021A0C97}"/>
    <dgm:cxn modelId="{DDC68BF1-96C9-4AED-AEB2-638700631C5A}" type="presOf" srcId="{D3D6AE25-3956-42A8-A923-CC26A472EF24}" destId="{A61491E3-16C3-411C-B87C-E0DE0CC77427}" srcOrd="0" destOrd="0" presId="urn:microsoft.com/office/officeart/2017/3/layout/DropPinTimeline"/>
    <dgm:cxn modelId="{1A6084B6-09B6-4E12-9769-D13223F40B86}" type="presParOf" srcId="{45B8E05F-513F-42B4-B1EF-3F6720B89CA0}" destId="{AD4009B0-ACAD-4047-B59E-EE378219F711}" srcOrd="0" destOrd="0" presId="urn:microsoft.com/office/officeart/2017/3/layout/DropPinTimeline"/>
    <dgm:cxn modelId="{606409F4-C426-4545-A529-A98B58D01BB8}" type="presParOf" srcId="{45B8E05F-513F-42B4-B1EF-3F6720B89CA0}" destId="{D245F668-6D25-4116-8548-12A66700CDEB}" srcOrd="1" destOrd="0" presId="urn:microsoft.com/office/officeart/2017/3/layout/DropPinTimeline"/>
    <dgm:cxn modelId="{93752CD7-2264-4C17-9770-5696A3160D80}" type="presParOf" srcId="{D245F668-6D25-4116-8548-12A66700CDEB}" destId="{63C8533B-F6CE-45A7-A003-59E1C1D5C5B0}" srcOrd="0" destOrd="0" presId="urn:microsoft.com/office/officeart/2017/3/layout/DropPinTimeline"/>
    <dgm:cxn modelId="{95C40D66-8AE6-40D2-9B40-9B1198E791BC}" type="presParOf" srcId="{63C8533B-F6CE-45A7-A003-59E1C1D5C5B0}" destId="{545F4A0D-C467-44C3-8C1D-6886760F8C53}" srcOrd="0" destOrd="0" presId="urn:microsoft.com/office/officeart/2017/3/layout/DropPinTimeline"/>
    <dgm:cxn modelId="{FF6D42EB-E090-49D0-893A-E45683CA14E9}" type="presParOf" srcId="{63C8533B-F6CE-45A7-A003-59E1C1D5C5B0}" destId="{B694DDDF-B1F8-4194-AF89-6E286772BFAC}" srcOrd="1" destOrd="0" presId="urn:microsoft.com/office/officeart/2017/3/layout/DropPinTimeline"/>
    <dgm:cxn modelId="{D1D01570-F6A5-4401-91C2-079EA58FC782}" type="presParOf" srcId="{B694DDDF-B1F8-4194-AF89-6E286772BFAC}" destId="{D00E2A74-471D-413C-A896-C940E4C68608}" srcOrd="0" destOrd="0" presId="urn:microsoft.com/office/officeart/2017/3/layout/DropPinTimeline"/>
    <dgm:cxn modelId="{A5D06075-1DD4-416A-BF31-A458CE5B2D7C}" type="presParOf" srcId="{B694DDDF-B1F8-4194-AF89-6E286772BFAC}" destId="{18F1B2CF-F60B-4A75-81B3-B22ABF00FCCC}" srcOrd="1" destOrd="0" presId="urn:microsoft.com/office/officeart/2017/3/layout/DropPinTimeline"/>
    <dgm:cxn modelId="{2658CE7C-290E-448A-9B84-82CB0518DB7E}" type="presParOf" srcId="{63C8533B-F6CE-45A7-A003-59E1C1D5C5B0}" destId="{81230A83-5AE1-4A83-94C3-20B8B1305987}" srcOrd="2" destOrd="0" presId="urn:microsoft.com/office/officeart/2017/3/layout/DropPinTimeline"/>
    <dgm:cxn modelId="{CB463149-78F6-40CC-92BF-B955362E87E7}" type="presParOf" srcId="{63C8533B-F6CE-45A7-A003-59E1C1D5C5B0}" destId="{FAB60001-4105-4308-85AA-7226244EDF08}" srcOrd="3" destOrd="0" presId="urn:microsoft.com/office/officeart/2017/3/layout/DropPinTimeline"/>
    <dgm:cxn modelId="{14FC72C5-3A87-479E-8898-6C8081642E57}" type="presParOf" srcId="{63C8533B-F6CE-45A7-A003-59E1C1D5C5B0}" destId="{1EEA7EDB-7A26-4F44-9987-03B3A5A7B02C}" srcOrd="4" destOrd="0" presId="urn:microsoft.com/office/officeart/2017/3/layout/DropPinTimeline"/>
    <dgm:cxn modelId="{38C8B2F6-8BF0-4C73-9476-AF2E411FC47B}" type="presParOf" srcId="{63C8533B-F6CE-45A7-A003-59E1C1D5C5B0}" destId="{2FA08567-0B25-455B-A144-0E26FB5F33C5}" srcOrd="5" destOrd="0" presId="urn:microsoft.com/office/officeart/2017/3/layout/DropPinTimeline"/>
    <dgm:cxn modelId="{8145889C-228E-42FF-9F55-00B2FD870733}" type="presParOf" srcId="{D245F668-6D25-4116-8548-12A66700CDEB}" destId="{BEF7E067-5E22-4654-98F4-2D49E2BE4D59}" srcOrd="1" destOrd="0" presId="urn:microsoft.com/office/officeart/2017/3/layout/DropPinTimeline"/>
    <dgm:cxn modelId="{F584C276-15F4-4F55-82BE-6395C26AC7DA}" type="presParOf" srcId="{D245F668-6D25-4116-8548-12A66700CDEB}" destId="{69C36048-C9BE-47CF-81C0-945C6AA5A9E4}" srcOrd="2" destOrd="0" presId="urn:microsoft.com/office/officeart/2017/3/layout/DropPinTimeline"/>
    <dgm:cxn modelId="{853E8FCB-4475-45BC-82EF-6466840D96F8}" type="presParOf" srcId="{69C36048-C9BE-47CF-81C0-945C6AA5A9E4}" destId="{C226D50A-2E83-46D4-A8CA-7F0202E6DF85}" srcOrd="0" destOrd="0" presId="urn:microsoft.com/office/officeart/2017/3/layout/DropPinTimeline"/>
    <dgm:cxn modelId="{925DBFC7-B187-435C-8119-C9032CE97AE9}" type="presParOf" srcId="{69C36048-C9BE-47CF-81C0-945C6AA5A9E4}" destId="{EBE3CBCF-460C-496E-B5F0-C5971F61197B}" srcOrd="1" destOrd="0" presId="urn:microsoft.com/office/officeart/2017/3/layout/DropPinTimeline"/>
    <dgm:cxn modelId="{A9C309C4-8334-4CE1-8AF9-C2E4125BB49A}" type="presParOf" srcId="{EBE3CBCF-460C-496E-B5F0-C5971F61197B}" destId="{0B867FB8-F189-416B-8281-41E9ED26BAA3}" srcOrd="0" destOrd="0" presId="urn:microsoft.com/office/officeart/2017/3/layout/DropPinTimeline"/>
    <dgm:cxn modelId="{9AE7D7CD-9F81-48DB-A084-7AD4B77C26CE}" type="presParOf" srcId="{EBE3CBCF-460C-496E-B5F0-C5971F61197B}" destId="{97B02955-E81D-4C3D-97A6-E06AFB76512C}" srcOrd="1" destOrd="0" presId="urn:microsoft.com/office/officeart/2017/3/layout/DropPinTimeline"/>
    <dgm:cxn modelId="{17706540-10E9-4C3E-A14F-88D9BD23B554}" type="presParOf" srcId="{69C36048-C9BE-47CF-81C0-945C6AA5A9E4}" destId="{A61491E3-16C3-411C-B87C-E0DE0CC77427}" srcOrd="2" destOrd="0" presId="urn:microsoft.com/office/officeart/2017/3/layout/DropPinTimeline"/>
    <dgm:cxn modelId="{75B0F460-1AFC-429E-819A-41BFE611576B}" type="presParOf" srcId="{69C36048-C9BE-47CF-81C0-945C6AA5A9E4}" destId="{C34621D4-C49D-47F5-8EC5-FA86F2005534}" srcOrd="3" destOrd="0" presId="urn:microsoft.com/office/officeart/2017/3/layout/DropPinTimeline"/>
    <dgm:cxn modelId="{0317F30E-F337-414B-ADB3-73F75C69665B}" type="presParOf" srcId="{69C36048-C9BE-47CF-81C0-945C6AA5A9E4}" destId="{5C5E2105-7C78-403C-8E13-D5CD589CB0CD}" srcOrd="4" destOrd="0" presId="urn:microsoft.com/office/officeart/2017/3/layout/DropPinTimeline"/>
    <dgm:cxn modelId="{D21B8163-B286-4C44-955C-01D581C4E09D}" type="presParOf" srcId="{69C36048-C9BE-47CF-81C0-945C6AA5A9E4}" destId="{1CE4EF6B-7B75-440A-AD8C-083173366A49}" srcOrd="5" destOrd="0" presId="urn:microsoft.com/office/officeart/2017/3/layout/DropPi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7BE75212-6604-4400-93E4-600733A3F542}" type="doc">
      <dgm:prSet loTypeId="urn:microsoft.com/office/officeart/2016/7/layout/RepeatingBendingProcessNew" loCatId="process" qsTypeId="urn:microsoft.com/office/officeart/2005/8/quickstyle/simple4" qsCatId="simple" csTypeId="urn:microsoft.com/office/officeart/2005/8/colors/colorful2" csCatId="colorful"/>
      <dgm:spPr/>
      <dgm:t>
        <a:bodyPr/>
        <a:lstStyle/>
        <a:p>
          <a:endParaRPr lang="en-US"/>
        </a:p>
      </dgm:t>
    </dgm:pt>
    <dgm:pt modelId="{69502205-5E00-4E8F-9A4C-4A564C157524}">
      <dgm:prSet/>
      <dgm:spPr/>
      <dgm:t>
        <a:bodyPr/>
        <a:lstStyle/>
        <a:p>
          <a:r>
            <a:rPr lang="en-US"/>
            <a:t>• Trattato del Consiglio d'Europa contro la violenza sulle donne e la violenza domestica.</a:t>
          </a:r>
        </a:p>
      </dgm:t>
    </dgm:pt>
    <dgm:pt modelId="{E12A316D-8A7B-49F8-B0D8-75B591764A6F}" type="parTrans" cxnId="{59504A5F-7F80-49E9-B3DB-405C718C75C3}">
      <dgm:prSet/>
      <dgm:spPr/>
      <dgm:t>
        <a:bodyPr/>
        <a:lstStyle/>
        <a:p>
          <a:endParaRPr lang="en-US"/>
        </a:p>
      </dgm:t>
    </dgm:pt>
    <dgm:pt modelId="{4AFB2BF2-9110-4C6A-9325-2EA6FDEF4542}" type="sibTrans" cxnId="{59504A5F-7F80-49E9-B3DB-405C718C75C3}">
      <dgm:prSet/>
      <dgm:spPr/>
      <dgm:t>
        <a:bodyPr/>
        <a:lstStyle/>
        <a:p>
          <a:endParaRPr lang="en-US"/>
        </a:p>
      </dgm:t>
    </dgm:pt>
    <dgm:pt modelId="{4B3617E1-8DFA-4B56-B10C-DCD661D61FB7}">
      <dgm:prSet/>
      <dgm:spPr/>
      <dgm:t>
        <a:bodyPr/>
        <a:lstStyle/>
        <a:p>
          <a:r>
            <a:rPr lang="en-US"/>
            <a:t>• Adottata a Istanbul l'11 maggio 2011, in vigore dal 2014.</a:t>
          </a:r>
        </a:p>
      </dgm:t>
    </dgm:pt>
    <dgm:pt modelId="{9C5196A2-A938-44F3-84DF-4D1755EDE689}" type="parTrans" cxnId="{CC654DCD-66FC-4BEA-AF6A-CA39C6E80A30}">
      <dgm:prSet/>
      <dgm:spPr/>
      <dgm:t>
        <a:bodyPr/>
        <a:lstStyle/>
        <a:p>
          <a:endParaRPr lang="en-US"/>
        </a:p>
      </dgm:t>
    </dgm:pt>
    <dgm:pt modelId="{E6F880AD-F734-42C8-96A5-A1899DD63E1F}" type="sibTrans" cxnId="{CC654DCD-66FC-4BEA-AF6A-CA39C6E80A30}">
      <dgm:prSet/>
      <dgm:spPr/>
      <dgm:t>
        <a:bodyPr/>
        <a:lstStyle/>
        <a:p>
          <a:endParaRPr lang="en-US"/>
        </a:p>
      </dgm:t>
    </dgm:pt>
    <dgm:pt modelId="{DBA13BD8-C258-459A-A136-E8666941A8B7}">
      <dgm:prSet/>
      <dgm:spPr/>
      <dgm:t>
        <a:bodyPr/>
        <a:lstStyle/>
        <a:p>
          <a:r>
            <a:rPr lang="en-US"/>
            <a:t>• Definisce la violenza di genere come violazione dei diritti umani.</a:t>
          </a:r>
        </a:p>
      </dgm:t>
    </dgm:pt>
    <dgm:pt modelId="{5AAC4676-6CEF-4243-A26C-6A2EE1A856A7}" type="parTrans" cxnId="{3528CFE4-3C1C-4CDD-836C-CA9BCF3B02C1}">
      <dgm:prSet/>
      <dgm:spPr/>
      <dgm:t>
        <a:bodyPr/>
        <a:lstStyle/>
        <a:p>
          <a:endParaRPr lang="en-US"/>
        </a:p>
      </dgm:t>
    </dgm:pt>
    <dgm:pt modelId="{42856B0B-61A8-4EA0-80CA-33938C0E45F8}" type="sibTrans" cxnId="{3528CFE4-3C1C-4CDD-836C-CA9BCF3B02C1}">
      <dgm:prSet/>
      <dgm:spPr/>
      <dgm:t>
        <a:bodyPr/>
        <a:lstStyle/>
        <a:p>
          <a:endParaRPr lang="en-US"/>
        </a:p>
      </dgm:t>
    </dgm:pt>
    <dgm:pt modelId="{F4306542-21F7-47E1-AD08-274A9D990361}">
      <dgm:prSet/>
      <dgm:spPr/>
      <dgm:t>
        <a:bodyPr/>
        <a:lstStyle/>
        <a:p>
          <a:r>
            <a:rPr lang="en-US"/>
            <a:t>• Obbliga gli Stati a prevenire, proteggere, perseguire e adottare politiche integrate.</a:t>
          </a:r>
        </a:p>
      </dgm:t>
    </dgm:pt>
    <dgm:pt modelId="{6FE7DC52-D754-44FE-9BAC-AF981B545357}" type="parTrans" cxnId="{917F7E82-67E4-441B-87FB-A5A67CB59781}">
      <dgm:prSet/>
      <dgm:spPr/>
      <dgm:t>
        <a:bodyPr/>
        <a:lstStyle/>
        <a:p>
          <a:endParaRPr lang="en-US"/>
        </a:p>
      </dgm:t>
    </dgm:pt>
    <dgm:pt modelId="{AAA72327-50D0-4E7F-A658-F42767AE77F2}" type="sibTrans" cxnId="{917F7E82-67E4-441B-87FB-A5A67CB59781}">
      <dgm:prSet/>
      <dgm:spPr/>
      <dgm:t>
        <a:bodyPr/>
        <a:lstStyle/>
        <a:p>
          <a:endParaRPr lang="en-US"/>
        </a:p>
      </dgm:t>
    </dgm:pt>
    <dgm:pt modelId="{4D982ACC-E5A8-485D-B24B-E10C9EA15CA4}">
      <dgm:prSet/>
      <dgm:spPr/>
      <dgm:t>
        <a:bodyPr/>
        <a:lstStyle/>
        <a:p>
          <a:r>
            <a:rPr lang="en-US"/>
            <a:t>• Introduce standard legali vincolanti a livello europeo.</a:t>
          </a:r>
        </a:p>
      </dgm:t>
    </dgm:pt>
    <dgm:pt modelId="{5D3435C0-4B85-4D30-B264-B687A9B6A3F7}" type="parTrans" cxnId="{E5922B86-A73D-4088-A48D-A1A99242242E}">
      <dgm:prSet/>
      <dgm:spPr/>
      <dgm:t>
        <a:bodyPr/>
        <a:lstStyle/>
        <a:p>
          <a:endParaRPr lang="en-US"/>
        </a:p>
      </dgm:t>
    </dgm:pt>
    <dgm:pt modelId="{D4697963-6ACF-4FEC-A74A-17E3DFF73A79}" type="sibTrans" cxnId="{E5922B86-A73D-4088-A48D-A1A99242242E}">
      <dgm:prSet/>
      <dgm:spPr/>
      <dgm:t>
        <a:bodyPr/>
        <a:lstStyle/>
        <a:p>
          <a:endParaRPr lang="en-US"/>
        </a:p>
      </dgm:t>
    </dgm:pt>
    <dgm:pt modelId="{0E45B042-1274-4F3A-869E-D170FE81203B}">
      <dgm:prSet/>
      <dgm:spPr/>
      <dgm:t>
        <a:bodyPr/>
        <a:lstStyle/>
        <a:p>
          <a:r>
            <a:rPr lang="en-US"/>
            <a:t>• Ratificata da oltre 35 Stati (Italia: 2013).</a:t>
          </a:r>
        </a:p>
      </dgm:t>
    </dgm:pt>
    <dgm:pt modelId="{3F922D80-C25D-4C3B-BEE4-6AAA10AA2D47}" type="parTrans" cxnId="{4F35F5C0-1E4B-4D7F-ABAB-9C8AEAB1D5CC}">
      <dgm:prSet/>
      <dgm:spPr/>
      <dgm:t>
        <a:bodyPr/>
        <a:lstStyle/>
        <a:p>
          <a:endParaRPr lang="en-US"/>
        </a:p>
      </dgm:t>
    </dgm:pt>
    <dgm:pt modelId="{FF89212C-CED7-4AE1-9D24-2C17DD94082F}" type="sibTrans" cxnId="{4F35F5C0-1E4B-4D7F-ABAB-9C8AEAB1D5CC}">
      <dgm:prSet/>
      <dgm:spPr/>
      <dgm:t>
        <a:bodyPr/>
        <a:lstStyle/>
        <a:p>
          <a:endParaRPr lang="en-US"/>
        </a:p>
      </dgm:t>
    </dgm:pt>
    <dgm:pt modelId="{9053BA52-0809-46C7-BCD8-A596A112B221}" type="pres">
      <dgm:prSet presAssocID="{7BE75212-6604-4400-93E4-600733A3F542}" presName="Name0" presStyleCnt="0">
        <dgm:presLayoutVars>
          <dgm:dir/>
          <dgm:resizeHandles val="exact"/>
        </dgm:presLayoutVars>
      </dgm:prSet>
      <dgm:spPr/>
    </dgm:pt>
    <dgm:pt modelId="{63F6ED90-01D0-475B-873E-57F7A15CA20D}" type="pres">
      <dgm:prSet presAssocID="{69502205-5E00-4E8F-9A4C-4A564C157524}" presName="node" presStyleLbl="node1" presStyleIdx="0" presStyleCnt="6">
        <dgm:presLayoutVars>
          <dgm:bulletEnabled val="1"/>
        </dgm:presLayoutVars>
      </dgm:prSet>
      <dgm:spPr/>
    </dgm:pt>
    <dgm:pt modelId="{A31AE1AB-7F73-4736-96CD-71AC4029B34B}" type="pres">
      <dgm:prSet presAssocID="{4AFB2BF2-9110-4C6A-9325-2EA6FDEF4542}" presName="sibTrans" presStyleLbl="sibTrans1D1" presStyleIdx="0" presStyleCnt="5"/>
      <dgm:spPr/>
    </dgm:pt>
    <dgm:pt modelId="{D3519B5C-3D86-46B4-AA85-D0C189D0A4EB}" type="pres">
      <dgm:prSet presAssocID="{4AFB2BF2-9110-4C6A-9325-2EA6FDEF4542}" presName="connectorText" presStyleLbl="sibTrans1D1" presStyleIdx="0" presStyleCnt="5"/>
      <dgm:spPr/>
    </dgm:pt>
    <dgm:pt modelId="{E2BD64D5-F77A-4B48-AD83-2F0C1330C988}" type="pres">
      <dgm:prSet presAssocID="{4B3617E1-8DFA-4B56-B10C-DCD661D61FB7}" presName="node" presStyleLbl="node1" presStyleIdx="1" presStyleCnt="6">
        <dgm:presLayoutVars>
          <dgm:bulletEnabled val="1"/>
        </dgm:presLayoutVars>
      </dgm:prSet>
      <dgm:spPr/>
    </dgm:pt>
    <dgm:pt modelId="{34A850E4-E340-40D5-B57E-14C01844E5FE}" type="pres">
      <dgm:prSet presAssocID="{E6F880AD-F734-42C8-96A5-A1899DD63E1F}" presName="sibTrans" presStyleLbl="sibTrans1D1" presStyleIdx="1" presStyleCnt="5"/>
      <dgm:spPr/>
    </dgm:pt>
    <dgm:pt modelId="{19837154-80B1-4138-B743-139C8A3C18E3}" type="pres">
      <dgm:prSet presAssocID="{E6F880AD-F734-42C8-96A5-A1899DD63E1F}" presName="connectorText" presStyleLbl="sibTrans1D1" presStyleIdx="1" presStyleCnt="5"/>
      <dgm:spPr/>
    </dgm:pt>
    <dgm:pt modelId="{D777BE30-469F-4C71-B1CA-BF669C7916F2}" type="pres">
      <dgm:prSet presAssocID="{DBA13BD8-C258-459A-A136-E8666941A8B7}" presName="node" presStyleLbl="node1" presStyleIdx="2" presStyleCnt="6">
        <dgm:presLayoutVars>
          <dgm:bulletEnabled val="1"/>
        </dgm:presLayoutVars>
      </dgm:prSet>
      <dgm:spPr/>
    </dgm:pt>
    <dgm:pt modelId="{81F2AC51-E608-488C-AB88-62ED01ABF0E7}" type="pres">
      <dgm:prSet presAssocID="{42856B0B-61A8-4EA0-80CA-33938C0E45F8}" presName="sibTrans" presStyleLbl="sibTrans1D1" presStyleIdx="2" presStyleCnt="5"/>
      <dgm:spPr/>
    </dgm:pt>
    <dgm:pt modelId="{E8438AEC-71D0-4EFF-8E87-A292267CC82D}" type="pres">
      <dgm:prSet presAssocID="{42856B0B-61A8-4EA0-80CA-33938C0E45F8}" presName="connectorText" presStyleLbl="sibTrans1D1" presStyleIdx="2" presStyleCnt="5"/>
      <dgm:spPr/>
    </dgm:pt>
    <dgm:pt modelId="{FF0AB162-F074-4D91-9311-B045360171A2}" type="pres">
      <dgm:prSet presAssocID="{F4306542-21F7-47E1-AD08-274A9D990361}" presName="node" presStyleLbl="node1" presStyleIdx="3" presStyleCnt="6">
        <dgm:presLayoutVars>
          <dgm:bulletEnabled val="1"/>
        </dgm:presLayoutVars>
      </dgm:prSet>
      <dgm:spPr/>
    </dgm:pt>
    <dgm:pt modelId="{3F636D34-A58C-4C19-A0B0-B377116E5472}" type="pres">
      <dgm:prSet presAssocID="{AAA72327-50D0-4E7F-A658-F42767AE77F2}" presName="sibTrans" presStyleLbl="sibTrans1D1" presStyleIdx="3" presStyleCnt="5"/>
      <dgm:spPr/>
    </dgm:pt>
    <dgm:pt modelId="{C3BA5F30-0397-4E3F-86E5-E6213F48678F}" type="pres">
      <dgm:prSet presAssocID="{AAA72327-50D0-4E7F-A658-F42767AE77F2}" presName="connectorText" presStyleLbl="sibTrans1D1" presStyleIdx="3" presStyleCnt="5"/>
      <dgm:spPr/>
    </dgm:pt>
    <dgm:pt modelId="{C838E48E-27A1-4531-8A52-E2E9ABFF28F0}" type="pres">
      <dgm:prSet presAssocID="{4D982ACC-E5A8-485D-B24B-E10C9EA15CA4}" presName="node" presStyleLbl="node1" presStyleIdx="4" presStyleCnt="6">
        <dgm:presLayoutVars>
          <dgm:bulletEnabled val="1"/>
        </dgm:presLayoutVars>
      </dgm:prSet>
      <dgm:spPr/>
    </dgm:pt>
    <dgm:pt modelId="{03BBA39B-861C-4E1F-A9D0-2E8B5C965FDD}" type="pres">
      <dgm:prSet presAssocID="{D4697963-6ACF-4FEC-A74A-17E3DFF73A79}" presName="sibTrans" presStyleLbl="sibTrans1D1" presStyleIdx="4" presStyleCnt="5"/>
      <dgm:spPr/>
    </dgm:pt>
    <dgm:pt modelId="{B456F09B-EB09-43E3-A593-4FA20A23589E}" type="pres">
      <dgm:prSet presAssocID="{D4697963-6ACF-4FEC-A74A-17E3DFF73A79}" presName="connectorText" presStyleLbl="sibTrans1D1" presStyleIdx="4" presStyleCnt="5"/>
      <dgm:spPr/>
    </dgm:pt>
    <dgm:pt modelId="{99897FD6-D848-4E8F-A6FE-BFA360239603}" type="pres">
      <dgm:prSet presAssocID="{0E45B042-1274-4F3A-869E-D170FE81203B}" presName="node" presStyleLbl="node1" presStyleIdx="5" presStyleCnt="6">
        <dgm:presLayoutVars>
          <dgm:bulletEnabled val="1"/>
        </dgm:presLayoutVars>
      </dgm:prSet>
      <dgm:spPr/>
    </dgm:pt>
  </dgm:ptLst>
  <dgm:cxnLst>
    <dgm:cxn modelId="{B05A7605-262E-4F98-8ABF-0A147BDCBA10}" type="presOf" srcId="{AAA72327-50D0-4E7F-A658-F42767AE77F2}" destId="{3F636D34-A58C-4C19-A0B0-B377116E5472}" srcOrd="0" destOrd="0" presId="urn:microsoft.com/office/officeart/2016/7/layout/RepeatingBendingProcessNew"/>
    <dgm:cxn modelId="{2405B437-5F57-4630-B08E-C21AFDA88F44}" type="presOf" srcId="{E6F880AD-F734-42C8-96A5-A1899DD63E1F}" destId="{19837154-80B1-4138-B743-139C8A3C18E3}" srcOrd="1" destOrd="0" presId="urn:microsoft.com/office/officeart/2016/7/layout/RepeatingBendingProcessNew"/>
    <dgm:cxn modelId="{59504A5F-7F80-49E9-B3DB-405C718C75C3}" srcId="{7BE75212-6604-4400-93E4-600733A3F542}" destId="{69502205-5E00-4E8F-9A4C-4A564C157524}" srcOrd="0" destOrd="0" parTransId="{E12A316D-8A7B-49F8-B0D8-75B591764A6F}" sibTransId="{4AFB2BF2-9110-4C6A-9325-2EA6FDEF4542}"/>
    <dgm:cxn modelId="{AC4D795F-7BC9-4107-B557-029A15DC9226}" type="presOf" srcId="{F4306542-21F7-47E1-AD08-274A9D990361}" destId="{FF0AB162-F074-4D91-9311-B045360171A2}" srcOrd="0" destOrd="0" presId="urn:microsoft.com/office/officeart/2016/7/layout/RepeatingBendingProcessNew"/>
    <dgm:cxn modelId="{80014B45-119C-44C3-A55E-EA40A6998ACE}" type="presOf" srcId="{0E45B042-1274-4F3A-869E-D170FE81203B}" destId="{99897FD6-D848-4E8F-A6FE-BFA360239603}" srcOrd="0" destOrd="0" presId="urn:microsoft.com/office/officeart/2016/7/layout/RepeatingBendingProcessNew"/>
    <dgm:cxn modelId="{EC0D8450-36BB-4E24-9E7D-E5BE099BE321}" type="presOf" srcId="{AAA72327-50D0-4E7F-A658-F42767AE77F2}" destId="{C3BA5F30-0397-4E3F-86E5-E6213F48678F}" srcOrd="1" destOrd="0" presId="urn:microsoft.com/office/officeart/2016/7/layout/RepeatingBendingProcessNew"/>
    <dgm:cxn modelId="{9CEFEB72-1310-421D-991E-6D7E6A38D719}" type="presOf" srcId="{E6F880AD-F734-42C8-96A5-A1899DD63E1F}" destId="{34A850E4-E340-40D5-B57E-14C01844E5FE}" srcOrd="0" destOrd="0" presId="urn:microsoft.com/office/officeart/2016/7/layout/RepeatingBendingProcessNew"/>
    <dgm:cxn modelId="{DD531D73-9C22-4230-8986-DE28C2F7B1C8}" type="presOf" srcId="{4AFB2BF2-9110-4C6A-9325-2EA6FDEF4542}" destId="{A31AE1AB-7F73-4736-96CD-71AC4029B34B}" srcOrd="0" destOrd="0" presId="urn:microsoft.com/office/officeart/2016/7/layout/RepeatingBendingProcessNew"/>
    <dgm:cxn modelId="{463EB17D-9E75-48FE-AA02-8F9B80A57C6D}" type="presOf" srcId="{42856B0B-61A8-4EA0-80CA-33938C0E45F8}" destId="{81F2AC51-E608-488C-AB88-62ED01ABF0E7}" srcOrd="0" destOrd="0" presId="urn:microsoft.com/office/officeart/2016/7/layout/RepeatingBendingProcessNew"/>
    <dgm:cxn modelId="{16A2C57D-74DF-402B-A1DC-EF6F896ECC91}" type="presOf" srcId="{42856B0B-61A8-4EA0-80CA-33938C0E45F8}" destId="{E8438AEC-71D0-4EFF-8E87-A292267CC82D}" srcOrd="1" destOrd="0" presId="urn:microsoft.com/office/officeart/2016/7/layout/RepeatingBendingProcessNew"/>
    <dgm:cxn modelId="{A1286681-5F1A-4CD3-8494-9189CA86DC02}" type="presOf" srcId="{4AFB2BF2-9110-4C6A-9325-2EA6FDEF4542}" destId="{D3519B5C-3D86-46B4-AA85-D0C189D0A4EB}" srcOrd="1" destOrd="0" presId="urn:microsoft.com/office/officeart/2016/7/layout/RepeatingBendingProcessNew"/>
    <dgm:cxn modelId="{917F7E82-67E4-441B-87FB-A5A67CB59781}" srcId="{7BE75212-6604-4400-93E4-600733A3F542}" destId="{F4306542-21F7-47E1-AD08-274A9D990361}" srcOrd="3" destOrd="0" parTransId="{6FE7DC52-D754-44FE-9BAC-AF981B545357}" sibTransId="{AAA72327-50D0-4E7F-A658-F42767AE77F2}"/>
    <dgm:cxn modelId="{E5922B86-A73D-4088-A48D-A1A99242242E}" srcId="{7BE75212-6604-4400-93E4-600733A3F542}" destId="{4D982ACC-E5A8-485D-B24B-E10C9EA15CA4}" srcOrd="4" destOrd="0" parTransId="{5D3435C0-4B85-4D30-B264-B687A9B6A3F7}" sibTransId="{D4697963-6ACF-4FEC-A74A-17E3DFF73A79}"/>
    <dgm:cxn modelId="{2531D097-F772-43B1-B0F4-E7201FD2B0B0}" type="presOf" srcId="{D4697963-6ACF-4FEC-A74A-17E3DFF73A79}" destId="{03BBA39B-861C-4E1F-A9D0-2E8B5C965FDD}" srcOrd="0" destOrd="0" presId="urn:microsoft.com/office/officeart/2016/7/layout/RepeatingBendingProcessNew"/>
    <dgm:cxn modelId="{1E6D37AF-2E57-4103-B3FB-544965C3C51C}" type="presOf" srcId="{7BE75212-6604-4400-93E4-600733A3F542}" destId="{9053BA52-0809-46C7-BCD8-A596A112B221}" srcOrd="0" destOrd="0" presId="urn:microsoft.com/office/officeart/2016/7/layout/RepeatingBendingProcessNew"/>
    <dgm:cxn modelId="{18FC60B6-E0A1-408D-8694-1B3E39617384}" type="presOf" srcId="{D4697963-6ACF-4FEC-A74A-17E3DFF73A79}" destId="{B456F09B-EB09-43E3-A593-4FA20A23589E}" srcOrd="1" destOrd="0" presId="urn:microsoft.com/office/officeart/2016/7/layout/RepeatingBendingProcessNew"/>
    <dgm:cxn modelId="{4F35F5C0-1E4B-4D7F-ABAB-9C8AEAB1D5CC}" srcId="{7BE75212-6604-4400-93E4-600733A3F542}" destId="{0E45B042-1274-4F3A-869E-D170FE81203B}" srcOrd="5" destOrd="0" parTransId="{3F922D80-C25D-4C3B-BEE4-6AAA10AA2D47}" sibTransId="{FF89212C-CED7-4AE1-9D24-2C17DD94082F}"/>
    <dgm:cxn modelId="{4386F5C1-8540-4D82-9589-1074841C0BCA}" type="presOf" srcId="{4D982ACC-E5A8-485D-B24B-E10C9EA15CA4}" destId="{C838E48E-27A1-4531-8A52-E2E9ABFF28F0}" srcOrd="0" destOrd="0" presId="urn:microsoft.com/office/officeart/2016/7/layout/RepeatingBendingProcessNew"/>
    <dgm:cxn modelId="{90C2B8CB-AA21-4AEC-A422-523349C85093}" type="presOf" srcId="{4B3617E1-8DFA-4B56-B10C-DCD661D61FB7}" destId="{E2BD64D5-F77A-4B48-AD83-2F0C1330C988}" srcOrd="0" destOrd="0" presId="urn:microsoft.com/office/officeart/2016/7/layout/RepeatingBendingProcessNew"/>
    <dgm:cxn modelId="{CC654DCD-66FC-4BEA-AF6A-CA39C6E80A30}" srcId="{7BE75212-6604-4400-93E4-600733A3F542}" destId="{4B3617E1-8DFA-4B56-B10C-DCD661D61FB7}" srcOrd="1" destOrd="0" parTransId="{9C5196A2-A938-44F3-84DF-4D1755EDE689}" sibTransId="{E6F880AD-F734-42C8-96A5-A1899DD63E1F}"/>
    <dgm:cxn modelId="{358A5FD6-136E-496F-A9C5-AB925781618C}" type="presOf" srcId="{DBA13BD8-C258-459A-A136-E8666941A8B7}" destId="{D777BE30-469F-4C71-B1CA-BF669C7916F2}" srcOrd="0" destOrd="0" presId="urn:microsoft.com/office/officeart/2016/7/layout/RepeatingBendingProcessNew"/>
    <dgm:cxn modelId="{3528CFE4-3C1C-4CDD-836C-CA9BCF3B02C1}" srcId="{7BE75212-6604-4400-93E4-600733A3F542}" destId="{DBA13BD8-C258-459A-A136-E8666941A8B7}" srcOrd="2" destOrd="0" parTransId="{5AAC4676-6CEF-4243-A26C-6A2EE1A856A7}" sibTransId="{42856B0B-61A8-4EA0-80CA-33938C0E45F8}"/>
    <dgm:cxn modelId="{2DE190EE-8105-4D75-84B8-B0045DFD51AA}" type="presOf" srcId="{69502205-5E00-4E8F-9A4C-4A564C157524}" destId="{63F6ED90-01D0-475B-873E-57F7A15CA20D}" srcOrd="0" destOrd="0" presId="urn:microsoft.com/office/officeart/2016/7/layout/RepeatingBendingProcessNew"/>
    <dgm:cxn modelId="{AB64A20B-02A2-4773-8936-DEFC14BFBB6D}" type="presParOf" srcId="{9053BA52-0809-46C7-BCD8-A596A112B221}" destId="{63F6ED90-01D0-475B-873E-57F7A15CA20D}" srcOrd="0" destOrd="0" presId="urn:microsoft.com/office/officeart/2016/7/layout/RepeatingBendingProcessNew"/>
    <dgm:cxn modelId="{B2E28BB1-5171-417A-BF4E-8198D050D437}" type="presParOf" srcId="{9053BA52-0809-46C7-BCD8-A596A112B221}" destId="{A31AE1AB-7F73-4736-96CD-71AC4029B34B}" srcOrd="1" destOrd="0" presId="urn:microsoft.com/office/officeart/2016/7/layout/RepeatingBendingProcessNew"/>
    <dgm:cxn modelId="{22146BDC-865B-4B7D-97FA-4F7CAC725034}" type="presParOf" srcId="{A31AE1AB-7F73-4736-96CD-71AC4029B34B}" destId="{D3519B5C-3D86-46B4-AA85-D0C189D0A4EB}" srcOrd="0" destOrd="0" presId="urn:microsoft.com/office/officeart/2016/7/layout/RepeatingBendingProcessNew"/>
    <dgm:cxn modelId="{73706B56-7A62-4BE6-8356-E987F4E0B83B}" type="presParOf" srcId="{9053BA52-0809-46C7-BCD8-A596A112B221}" destId="{E2BD64D5-F77A-4B48-AD83-2F0C1330C988}" srcOrd="2" destOrd="0" presId="urn:microsoft.com/office/officeart/2016/7/layout/RepeatingBendingProcessNew"/>
    <dgm:cxn modelId="{47670878-E99F-4BE6-96E6-E5C6DFE41559}" type="presParOf" srcId="{9053BA52-0809-46C7-BCD8-A596A112B221}" destId="{34A850E4-E340-40D5-B57E-14C01844E5FE}" srcOrd="3" destOrd="0" presId="urn:microsoft.com/office/officeart/2016/7/layout/RepeatingBendingProcessNew"/>
    <dgm:cxn modelId="{BB17A2BE-ABE1-4C80-804E-56DB94B2839C}" type="presParOf" srcId="{34A850E4-E340-40D5-B57E-14C01844E5FE}" destId="{19837154-80B1-4138-B743-139C8A3C18E3}" srcOrd="0" destOrd="0" presId="urn:microsoft.com/office/officeart/2016/7/layout/RepeatingBendingProcessNew"/>
    <dgm:cxn modelId="{91D5FD99-B70C-45DC-BDDB-EF430CC64ECD}" type="presParOf" srcId="{9053BA52-0809-46C7-BCD8-A596A112B221}" destId="{D777BE30-469F-4C71-B1CA-BF669C7916F2}" srcOrd="4" destOrd="0" presId="urn:microsoft.com/office/officeart/2016/7/layout/RepeatingBendingProcessNew"/>
    <dgm:cxn modelId="{F987F66C-BA94-4879-A46B-6E27675731DD}" type="presParOf" srcId="{9053BA52-0809-46C7-BCD8-A596A112B221}" destId="{81F2AC51-E608-488C-AB88-62ED01ABF0E7}" srcOrd="5" destOrd="0" presId="urn:microsoft.com/office/officeart/2016/7/layout/RepeatingBendingProcessNew"/>
    <dgm:cxn modelId="{63AAC94A-E88D-4857-B178-ABF7F65A2D28}" type="presParOf" srcId="{81F2AC51-E608-488C-AB88-62ED01ABF0E7}" destId="{E8438AEC-71D0-4EFF-8E87-A292267CC82D}" srcOrd="0" destOrd="0" presId="urn:microsoft.com/office/officeart/2016/7/layout/RepeatingBendingProcessNew"/>
    <dgm:cxn modelId="{BCC786F2-6FF4-473C-A8E6-9B6EC4385A21}" type="presParOf" srcId="{9053BA52-0809-46C7-BCD8-A596A112B221}" destId="{FF0AB162-F074-4D91-9311-B045360171A2}" srcOrd="6" destOrd="0" presId="urn:microsoft.com/office/officeart/2016/7/layout/RepeatingBendingProcessNew"/>
    <dgm:cxn modelId="{A01D55EA-D7C4-4B07-8580-C4B9AD175762}" type="presParOf" srcId="{9053BA52-0809-46C7-BCD8-A596A112B221}" destId="{3F636D34-A58C-4C19-A0B0-B377116E5472}" srcOrd="7" destOrd="0" presId="urn:microsoft.com/office/officeart/2016/7/layout/RepeatingBendingProcessNew"/>
    <dgm:cxn modelId="{6195850E-4C9C-45D2-8D0B-5A0F972FA5B6}" type="presParOf" srcId="{3F636D34-A58C-4C19-A0B0-B377116E5472}" destId="{C3BA5F30-0397-4E3F-86E5-E6213F48678F}" srcOrd="0" destOrd="0" presId="urn:microsoft.com/office/officeart/2016/7/layout/RepeatingBendingProcessNew"/>
    <dgm:cxn modelId="{CE9F8D31-F936-4A09-90BC-9D0C2DC6B70D}" type="presParOf" srcId="{9053BA52-0809-46C7-BCD8-A596A112B221}" destId="{C838E48E-27A1-4531-8A52-E2E9ABFF28F0}" srcOrd="8" destOrd="0" presId="urn:microsoft.com/office/officeart/2016/7/layout/RepeatingBendingProcessNew"/>
    <dgm:cxn modelId="{452660C0-37B9-49AD-BD9B-1B4B6AB8591C}" type="presParOf" srcId="{9053BA52-0809-46C7-BCD8-A596A112B221}" destId="{03BBA39B-861C-4E1F-A9D0-2E8B5C965FDD}" srcOrd="9" destOrd="0" presId="urn:microsoft.com/office/officeart/2016/7/layout/RepeatingBendingProcessNew"/>
    <dgm:cxn modelId="{E2C02EED-711D-4D7F-A5E2-33C72B6EC535}" type="presParOf" srcId="{03BBA39B-861C-4E1F-A9D0-2E8B5C965FDD}" destId="{B456F09B-EB09-43E3-A593-4FA20A23589E}" srcOrd="0" destOrd="0" presId="urn:microsoft.com/office/officeart/2016/7/layout/RepeatingBendingProcessNew"/>
    <dgm:cxn modelId="{8AA25ECD-6E66-4074-850A-376C041F5A17}" type="presParOf" srcId="{9053BA52-0809-46C7-BCD8-A596A112B221}" destId="{99897FD6-D848-4E8F-A6FE-BFA360239603}"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A15F833-38C5-4DE6-A2DD-FEA283A8F7E4}"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98EE03E-9C54-4148-B36E-D6DBEA93169E}">
      <dgm:prSet/>
      <dgm:spPr/>
      <dgm:t>
        <a:bodyPr/>
        <a:lstStyle/>
        <a:p>
          <a:r>
            <a:rPr lang="en-US"/>
            <a:t>Francia: Loi Copé-Zimmermann</a:t>
          </a:r>
        </a:p>
      </dgm:t>
    </dgm:pt>
    <dgm:pt modelId="{BCF77E3E-3FE4-429D-AB9B-43ED0336E37A}" type="parTrans" cxnId="{F7903C04-AF46-47B2-886E-3924C7382FD4}">
      <dgm:prSet/>
      <dgm:spPr/>
      <dgm:t>
        <a:bodyPr/>
        <a:lstStyle/>
        <a:p>
          <a:endParaRPr lang="en-US"/>
        </a:p>
      </dgm:t>
    </dgm:pt>
    <dgm:pt modelId="{82B44AFC-595C-4C73-8A77-B5EE03EB5A81}" type="sibTrans" cxnId="{F7903C04-AF46-47B2-886E-3924C7382FD4}">
      <dgm:prSet/>
      <dgm:spPr/>
      <dgm:t>
        <a:bodyPr/>
        <a:lstStyle/>
        <a:p>
          <a:endParaRPr lang="en-US"/>
        </a:p>
      </dgm:t>
    </dgm:pt>
    <dgm:pt modelId="{71C1C5B7-E7EB-4E4A-8547-329F1E59A802}">
      <dgm:prSet/>
      <dgm:spPr/>
      <dgm:t>
        <a:bodyPr/>
        <a:lstStyle/>
        <a:p>
          <a:r>
            <a:rPr lang="en-US"/>
            <a:t>Spagna: Ley Orgánica de Igualdad.</a:t>
          </a:r>
        </a:p>
      </dgm:t>
    </dgm:pt>
    <dgm:pt modelId="{EF6DB8EE-1A43-4A9D-9B2D-B8A3928273BD}" type="parTrans" cxnId="{7A11899C-B492-4557-A809-E8345AC132D7}">
      <dgm:prSet/>
      <dgm:spPr/>
      <dgm:t>
        <a:bodyPr/>
        <a:lstStyle/>
        <a:p>
          <a:endParaRPr lang="en-US"/>
        </a:p>
      </dgm:t>
    </dgm:pt>
    <dgm:pt modelId="{CB4FB299-B5E6-4412-B582-7367F5C78F51}" type="sibTrans" cxnId="{7A11899C-B492-4557-A809-E8345AC132D7}">
      <dgm:prSet/>
      <dgm:spPr/>
      <dgm:t>
        <a:bodyPr/>
        <a:lstStyle/>
        <a:p>
          <a:endParaRPr lang="en-US"/>
        </a:p>
      </dgm:t>
    </dgm:pt>
    <dgm:pt modelId="{2A7B146C-BD24-452B-AD2D-2D8E93ACDCE5}" type="pres">
      <dgm:prSet presAssocID="{0A15F833-38C5-4DE6-A2DD-FEA283A8F7E4}" presName="linear" presStyleCnt="0">
        <dgm:presLayoutVars>
          <dgm:animLvl val="lvl"/>
          <dgm:resizeHandles val="exact"/>
        </dgm:presLayoutVars>
      </dgm:prSet>
      <dgm:spPr/>
    </dgm:pt>
    <dgm:pt modelId="{93D4559C-C302-460C-B28F-4AAB4BF65044}" type="pres">
      <dgm:prSet presAssocID="{298EE03E-9C54-4148-B36E-D6DBEA93169E}" presName="parentText" presStyleLbl="node1" presStyleIdx="0" presStyleCnt="2">
        <dgm:presLayoutVars>
          <dgm:chMax val="0"/>
          <dgm:bulletEnabled val="1"/>
        </dgm:presLayoutVars>
      </dgm:prSet>
      <dgm:spPr/>
    </dgm:pt>
    <dgm:pt modelId="{CCE3DCD9-97BA-4C4B-A70F-5776F8BDEA97}" type="pres">
      <dgm:prSet presAssocID="{82B44AFC-595C-4C73-8A77-B5EE03EB5A81}" presName="spacer" presStyleCnt="0"/>
      <dgm:spPr/>
    </dgm:pt>
    <dgm:pt modelId="{509F6D6E-7D77-4187-B894-CA9A4DEF203D}" type="pres">
      <dgm:prSet presAssocID="{71C1C5B7-E7EB-4E4A-8547-329F1E59A802}" presName="parentText" presStyleLbl="node1" presStyleIdx="1" presStyleCnt="2">
        <dgm:presLayoutVars>
          <dgm:chMax val="0"/>
          <dgm:bulletEnabled val="1"/>
        </dgm:presLayoutVars>
      </dgm:prSet>
      <dgm:spPr/>
    </dgm:pt>
  </dgm:ptLst>
  <dgm:cxnLst>
    <dgm:cxn modelId="{F7903C04-AF46-47B2-886E-3924C7382FD4}" srcId="{0A15F833-38C5-4DE6-A2DD-FEA283A8F7E4}" destId="{298EE03E-9C54-4148-B36E-D6DBEA93169E}" srcOrd="0" destOrd="0" parTransId="{BCF77E3E-3FE4-429D-AB9B-43ED0336E37A}" sibTransId="{82B44AFC-595C-4C73-8A77-B5EE03EB5A81}"/>
    <dgm:cxn modelId="{BE993F6C-BB34-4B2E-8C80-B357CE7C91EC}" type="presOf" srcId="{298EE03E-9C54-4148-B36E-D6DBEA93169E}" destId="{93D4559C-C302-460C-B28F-4AAB4BF65044}" srcOrd="0" destOrd="0" presId="urn:microsoft.com/office/officeart/2005/8/layout/vList2"/>
    <dgm:cxn modelId="{1922FE72-E02B-4DE1-A7E7-7CF4EB0E9D4A}" type="presOf" srcId="{71C1C5B7-E7EB-4E4A-8547-329F1E59A802}" destId="{509F6D6E-7D77-4187-B894-CA9A4DEF203D}" srcOrd="0" destOrd="0" presId="urn:microsoft.com/office/officeart/2005/8/layout/vList2"/>
    <dgm:cxn modelId="{78807599-B942-459F-A016-27236B61C720}" type="presOf" srcId="{0A15F833-38C5-4DE6-A2DD-FEA283A8F7E4}" destId="{2A7B146C-BD24-452B-AD2D-2D8E93ACDCE5}" srcOrd="0" destOrd="0" presId="urn:microsoft.com/office/officeart/2005/8/layout/vList2"/>
    <dgm:cxn modelId="{7A11899C-B492-4557-A809-E8345AC132D7}" srcId="{0A15F833-38C5-4DE6-A2DD-FEA283A8F7E4}" destId="{71C1C5B7-E7EB-4E4A-8547-329F1E59A802}" srcOrd="1" destOrd="0" parTransId="{EF6DB8EE-1A43-4A9D-9B2D-B8A3928273BD}" sibTransId="{CB4FB299-B5E6-4412-B582-7367F5C78F51}"/>
    <dgm:cxn modelId="{5BCA2921-07B7-4633-82A7-A907471D7344}" type="presParOf" srcId="{2A7B146C-BD24-452B-AD2D-2D8E93ACDCE5}" destId="{93D4559C-C302-460C-B28F-4AAB4BF65044}" srcOrd="0" destOrd="0" presId="urn:microsoft.com/office/officeart/2005/8/layout/vList2"/>
    <dgm:cxn modelId="{EA1C3987-CBF7-4A60-B424-CCAD430420DF}" type="presParOf" srcId="{2A7B146C-BD24-452B-AD2D-2D8E93ACDCE5}" destId="{CCE3DCD9-97BA-4C4B-A70F-5776F8BDEA97}" srcOrd="1" destOrd="0" presId="urn:microsoft.com/office/officeart/2005/8/layout/vList2"/>
    <dgm:cxn modelId="{349E10D0-004A-49E9-8A18-FF8C8C389C69}" type="presParOf" srcId="{2A7B146C-BD24-452B-AD2D-2D8E93ACDCE5}" destId="{509F6D6E-7D77-4187-B894-CA9A4DEF203D}"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6D405C-2003-4B33-9808-47536C61A255}">
      <dsp:nvSpPr>
        <dsp:cNvPr id="0" name=""/>
        <dsp:cNvSpPr/>
      </dsp:nvSpPr>
      <dsp:spPr>
        <a:xfrm>
          <a:off x="429570" y="472"/>
          <a:ext cx="3346456" cy="2007873"/>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Comprendere il gender mainstreaming.</a:t>
          </a:r>
        </a:p>
      </dsp:txBody>
      <dsp:txXfrm>
        <a:off x="429570" y="472"/>
        <a:ext cx="3346456" cy="2007873"/>
      </dsp:txXfrm>
    </dsp:sp>
    <dsp:sp modelId="{8E630366-89D1-45BB-A256-AFAC06132085}">
      <dsp:nvSpPr>
        <dsp:cNvPr id="0" name=""/>
        <dsp:cNvSpPr/>
      </dsp:nvSpPr>
      <dsp:spPr>
        <a:xfrm>
          <a:off x="4110672" y="472"/>
          <a:ext cx="3346456" cy="2007873"/>
        </a:xfrm>
        <a:prstGeom prst="rect">
          <a:avLst/>
        </a:prstGeom>
        <a:gradFill rotWithShape="0">
          <a:gsLst>
            <a:gs pos="0">
              <a:schemeClr val="accent2">
                <a:hueOff val="2340759"/>
                <a:satOff val="-2919"/>
                <a:lumOff val="686"/>
                <a:alphaOff val="0"/>
                <a:tint val="100000"/>
                <a:shade val="100000"/>
                <a:satMod val="130000"/>
              </a:schemeClr>
            </a:gs>
            <a:gs pos="100000">
              <a:schemeClr val="accent2">
                <a:hueOff val="2340759"/>
                <a:satOff val="-2919"/>
                <a:lumOff val="686"/>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Analizzare quote e leadership.</a:t>
          </a:r>
        </a:p>
      </dsp:txBody>
      <dsp:txXfrm>
        <a:off x="4110672" y="472"/>
        <a:ext cx="3346456" cy="2007873"/>
      </dsp:txXfrm>
    </dsp:sp>
    <dsp:sp modelId="{F115F8FD-2825-45C8-9C7F-26610A2DED4F}">
      <dsp:nvSpPr>
        <dsp:cNvPr id="0" name=""/>
        <dsp:cNvSpPr/>
      </dsp:nvSpPr>
      <dsp:spPr>
        <a:xfrm>
          <a:off x="2270121" y="2342991"/>
          <a:ext cx="3346456" cy="2007873"/>
        </a:xfrm>
        <a:prstGeom prst="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Confrontare legislazioni internazionali.</a:t>
          </a:r>
        </a:p>
      </dsp:txBody>
      <dsp:txXfrm>
        <a:off x="2270121" y="2342991"/>
        <a:ext cx="3346456" cy="20078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D07FE8-5EC8-484C-965C-9B2A62254F96}">
      <dsp:nvSpPr>
        <dsp:cNvPr id="0" name=""/>
        <dsp:cNvSpPr/>
      </dsp:nvSpPr>
      <dsp:spPr>
        <a:xfrm>
          <a:off x="394335" y="2336668"/>
          <a:ext cx="315468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1945</a:t>
          </a:r>
        </a:p>
      </dsp:txBody>
      <dsp:txXfrm>
        <a:off x="394335" y="2336668"/>
        <a:ext cx="3154680" cy="491701"/>
      </dsp:txXfrm>
    </dsp:sp>
    <dsp:sp modelId="{C908EF19-2244-4283-96A0-02B0034F3155}">
      <dsp:nvSpPr>
        <dsp:cNvPr id="0" name=""/>
        <dsp:cNvSpPr/>
      </dsp:nvSpPr>
      <dsp:spPr>
        <a:xfrm>
          <a:off x="0" y="2088642"/>
          <a:ext cx="7886700" cy="174053"/>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627AD2-0F55-486B-9D4F-93E4E98A6D7D}">
      <dsp:nvSpPr>
        <dsp:cNvPr id="0" name=""/>
        <dsp:cNvSpPr/>
      </dsp:nvSpPr>
      <dsp:spPr>
        <a:xfrm>
          <a:off x="236601" y="741903"/>
          <a:ext cx="3470148" cy="607011"/>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ONU e diritti umani</a:t>
          </a:r>
        </a:p>
      </dsp:txBody>
      <dsp:txXfrm>
        <a:off x="236601" y="741903"/>
        <a:ext cx="3470148" cy="607011"/>
      </dsp:txXfrm>
    </dsp:sp>
    <dsp:sp modelId="{65BB7503-B0D6-4169-9630-1C479237B120}">
      <dsp:nvSpPr>
        <dsp:cNvPr id="0" name=""/>
        <dsp:cNvSpPr/>
      </dsp:nvSpPr>
      <dsp:spPr>
        <a:xfrm>
          <a:off x="1971674" y="1348914"/>
          <a:ext cx="0" cy="739727"/>
        </a:xfrm>
        <a:prstGeom prst="line">
          <a:avLst/>
        </a:prstGeom>
        <a:solidFill>
          <a:schemeClr val="accent2">
            <a:hueOff val="0"/>
            <a:satOff val="0"/>
            <a:lumOff val="0"/>
            <a:alphaOff val="0"/>
          </a:schemeClr>
        </a:solidFill>
        <a:ln w="6350" cap="flat" cmpd="sng" algn="ctr">
          <a:solidFill>
            <a:schemeClr val="accent2">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55DF51DF-6233-4BE4-8FB0-8942281FAB5C}">
      <dsp:nvSpPr>
        <dsp:cNvPr id="0" name=""/>
        <dsp:cNvSpPr/>
      </dsp:nvSpPr>
      <dsp:spPr>
        <a:xfrm>
          <a:off x="2366010" y="1522968"/>
          <a:ext cx="315468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1979</a:t>
          </a:r>
        </a:p>
      </dsp:txBody>
      <dsp:txXfrm>
        <a:off x="2366010" y="1522968"/>
        <a:ext cx="3154680" cy="491701"/>
      </dsp:txXfrm>
    </dsp:sp>
    <dsp:sp modelId="{EE1DA84B-8C02-40E3-B5D9-165FD8737964}">
      <dsp:nvSpPr>
        <dsp:cNvPr id="0" name=""/>
        <dsp:cNvSpPr/>
      </dsp:nvSpPr>
      <dsp:spPr>
        <a:xfrm>
          <a:off x="2208275" y="3002423"/>
          <a:ext cx="3470148" cy="607011"/>
        </a:xfrm>
        <a:prstGeom prst="rect">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CEDAW</a:t>
          </a:r>
        </a:p>
      </dsp:txBody>
      <dsp:txXfrm>
        <a:off x="2208275" y="3002423"/>
        <a:ext cx="3470148" cy="607011"/>
      </dsp:txXfrm>
    </dsp:sp>
    <dsp:sp modelId="{25A16110-B39F-43D0-8978-FA2160BDAFF4}">
      <dsp:nvSpPr>
        <dsp:cNvPr id="0" name=""/>
        <dsp:cNvSpPr/>
      </dsp:nvSpPr>
      <dsp:spPr>
        <a:xfrm>
          <a:off x="3943349" y="2262695"/>
          <a:ext cx="0" cy="739727"/>
        </a:xfrm>
        <a:prstGeom prst="line">
          <a:avLst/>
        </a:prstGeom>
        <a:solidFill>
          <a:schemeClr val="accent2">
            <a:hueOff val="2340759"/>
            <a:satOff val="-2919"/>
            <a:lumOff val="686"/>
            <a:alphaOff val="0"/>
          </a:schemeClr>
        </a:solidFill>
        <a:ln w="6350" cap="flat" cmpd="sng" algn="ctr">
          <a:solidFill>
            <a:schemeClr val="accent2">
              <a:hueOff val="2340759"/>
              <a:satOff val="-2919"/>
              <a:lumOff val="686"/>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0A6DB961-C652-45D8-8CD7-29B72C754CE3}">
      <dsp:nvSpPr>
        <dsp:cNvPr id="0" name=""/>
        <dsp:cNvSpPr/>
      </dsp:nvSpPr>
      <dsp:spPr>
        <a:xfrm>
          <a:off x="1917283" y="2121277"/>
          <a:ext cx="108783" cy="108783"/>
        </a:xfrm>
        <a:prstGeom prst="ellipse">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C889F517-552B-417E-AB5B-1097945A34EF}">
      <dsp:nvSpPr>
        <dsp:cNvPr id="0" name=""/>
        <dsp:cNvSpPr/>
      </dsp:nvSpPr>
      <dsp:spPr>
        <a:xfrm>
          <a:off x="3888958" y="2121277"/>
          <a:ext cx="108783" cy="108783"/>
        </a:xfrm>
        <a:prstGeom prst="ellipse">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 modelId="{3674328D-AD30-44D5-A3C0-D32903C0CBCA}">
      <dsp:nvSpPr>
        <dsp:cNvPr id="0" name=""/>
        <dsp:cNvSpPr/>
      </dsp:nvSpPr>
      <dsp:spPr>
        <a:xfrm>
          <a:off x="4337685" y="2336668"/>
          <a:ext cx="315468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1995</a:t>
          </a:r>
        </a:p>
      </dsp:txBody>
      <dsp:txXfrm>
        <a:off x="4337685" y="2336668"/>
        <a:ext cx="3154680" cy="491701"/>
      </dsp:txXfrm>
    </dsp:sp>
    <dsp:sp modelId="{09C046AC-2720-4D17-A965-7542B7D8ACC8}">
      <dsp:nvSpPr>
        <dsp:cNvPr id="0" name=""/>
        <dsp:cNvSpPr/>
      </dsp:nvSpPr>
      <dsp:spPr>
        <a:xfrm>
          <a:off x="4179951" y="741903"/>
          <a:ext cx="3470148" cy="607011"/>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Pechino e gender mainstreaming.</a:t>
          </a:r>
        </a:p>
      </dsp:txBody>
      <dsp:txXfrm>
        <a:off x="4179951" y="741903"/>
        <a:ext cx="3470148" cy="607011"/>
      </dsp:txXfrm>
    </dsp:sp>
    <dsp:sp modelId="{3386D7A5-6E47-46C6-A03E-5CD2901394C1}">
      <dsp:nvSpPr>
        <dsp:cNvPr id="0" name=""/>
        <dsp:cNvSpPr/>
      </dsp:nvSpPr>
      <dsp:spPr>
        <a:xfrm>
          <a:off x="5915024" y="1348914"/>
          <a:ext cx="0" cy="739727"/>
        </a:xfrm>
        <a:prstGeom prst="line">
          <a:avLst/>
        </a:prstGeom>
        <a:solidFill>
          <a:schemeClr val="accent2">
            <a:hueOff val="4681519"/>
            <a:satOff val="-5839"/>
            <a:lumOff val="1373"/>
            <a:alphaOff val="0"/>
          </a:schemeClr>
        </a:solidFill>
        <a:ln w="6350" cap="flat" cmpd="sng" algn="ctr">
          <a:solidFill>
            <a:schemeClr val="accent2">
              <a:hueOff val="4681519"/>
              <a:satOff val="-5839"/>
              <a:lumOff val="1373"/>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08C9B7D9-5CAD-470A-B106-D2C143A08A91}">
      <dsp:nvSpPr>
        <dsp:cNvPr id="0" name=""/>
        <dsp:cNvSpPr/>
      </dsp:nvSpPr>
      <dsp:spPr>
        <a:xfrm>
          <a:off x="5860633" y="2121277"/>
          <a:ext cx="108783" cy="108783"/>
        </a:xfrm>
        <a:prstGeom prst="ellipse">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9654F9-619C-4D94-9EDB-05F5BD831C20}">
      <dsp:nvSpPr>
        <dsp:cNvPr id="0" name=""/>
        <dsp:cNvSpPr/>
      </dsp:nvSpPr>
      <dsp:spPr>
        <a:xfrm>
          <a:off x="468272" y="3745"/>
          <a:ext cx="2171923" cy="1303153"/>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Adottata dalle Nazioni Unite il 18 dicembre 1979.</a:t>
          </a:r>
        </a:p>
      </dsp:txBody>
      <dsp:txXfrm>
        <a:off x="468272" y="3745"/>
        <a:ext cx="2171923" cy="1303153"/>
      </dsp:txXfrm>
    </dsp:sp>
    <dsp:sp modelId="{BFA282B1-727F-4E69-8BC5-674B56C41778}">
      <dsp:nvSpPr>
        <dsp:cNvPr id="0" name=""/>
        <dsp:cNvSpPr/>
      </dsp:nvSpPr>
      <dsp:spPr>
        <a:xfrm>
          <a:off x="2857388" y="3745"/>
          <a:ext cx="2171923" cy="1303153"/>
        </a:xfrm>
        <a:prstGeom prst="rect">
          <a:avLst/>
        </a:prstGeom>
        <a:gradFill rotWithShape="0">
          <a:gsLst>
            <a:gs pos="0">
              <a:schemeClr val="accent2">
                <a:hueOff val="780253"/>
                <a:satOff val="-973"/>
                <a:lumOff val="229"/>
                <a:alphaOff val="0"/>
                <a:tint val="100000"/>
                <a:shade val="100000"/>
                <a:satMod val="130000"/>
              </a:schemeClr>
            </a:gs>
            <a:gs pos="100000">
              <a:schemeClr val="accent2">
                <a:hueOff val="780253"/>
                <a:satOff val="-973"/>
                <a:lumOff val="229"/>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Impegna gli Stati a eliminare discriminazioni formali e sostanziali.</a:t>
          </a:r>
        </a:p>
      </dsp:txBody>
      <dsp:txXfrm>
        <a:off x="2857388" y="3745"/>
        <a:ext cx="2171923" cy="1303153"/>
      </dsp:txXfrm>
    </dsp:sp>
    <dsp:sp modelId="{63045E96-73CE-429E-A88D-F95FF20D1D78}">
      <dsp:nvSpPr>
        <dsp:cNvPr id="0" name=""/>
        <dsp:cNvSpPr/>
      </dsp:nvSpPr>
      <dsp:spPr>
        <a:xfrm>
          <a:off x="5246503" y="3745"/>
          <a:ext cx="2171923" cy="1303153"/>
        </a:xfrm>
        <a:prstGeom prst="rect">
          <a:avLst/>
        </a:prstGeom>
        <a:gradFill rotWithShape="0">
          <a:gsLst>
            <a:gs pos="0">
              <a:schemeClr val="accent2">
                <a:hueOff val="1560506"/>
                <a:satOff val="-1946"/>
                <a:lumOff val="458"/>
                <a:alphaOff val="0"/>
                <a:tint val="100000"/>
                <a:shade val="100000"/>
                <a:satMod val="130000"/>
              </a:schemeClr>
            </a:gs>
            <a:gs pos="100000">
              <a:schemeClr val="accent2">
                <a:hueOff val="1560506"/>
                <a:satOff val="-1946"/>
                <a:lumOff val="45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Stabilisce uguaglianza in politica, educazione, lavoro, salute.</a:t>
          </a:r>
        </a:p>
      </dsp:txBody>
      <dsp:txXfrm>
        <a:off x="5246503" y="3745"/>
        <a:ext cx="2171923" cy="1303153"/>
      </dsp:txXfrm>
    </dsp:sp>
    <dsp:sp modelId="{2FE1DE04-DAE6-460E-9B89-C4EA2BF34A41}">
      <dsp:nvSpPr>
        <dsp:cNvPr id="0" name=""/>
        <dsp:cNvSpPr/>
      </dsp:nvSpPr>
      <dsp:spPr>
        <a:xfrm>
          <a:off x="468272" y="1524092"/>
          <a:ext cx="2171923" cy="1303153"/>
        </a:xfrm>
        <a:prstGeom prst="rect">
          <a:avLst/>
        </a:prstGeom>
        <a:gradFill rotWithShape="0">
          <a:gsLst>
            <a:gs pos="0">
              <a:schemeClr val="accent2">
                <a:hueOff val="2340759"/>
                <a:satOff val="-2919"/>
                <a:lumOff val="686"/>
                <a:alphaOff val="0"/>
                <a:tint val="100000"/>
                <a:shade val="100000"/>
                <a:satMod val="130000"/>
              </a:schemeClr>
            </a:gs>
            <a:gs pos="100000">
              <a:schemeClr val="accent2">
                <a:hueOff val="2340759"/>
                <a:satOff val="-2919"/>
                <a:lumOff val="68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Prevede misure temporanee speciali (es. quote di genere).</a:t>
          </a:r>
        </a:p>
      </dsp:txBody>
      <dsp:txXfrm>
        <a:off x="468272" y="1524092"/>
        <a:ext cx="2171923" cy="1303153"/>
      </dsp:txXfrm>
    </dsp:sp>
    <dsp:sp modelId="{E6A0191E-5ED5-414B-9B76-FF38E94A74C7}">
      <dsp:nvSpPr>
        <dsp:cNvPr id="0" name=""/>
        <dsp:cNvSpPr/>
      </dsp:nvSpPr>
      <dsp:spPr>
        <a:xfrm>
          <a:off x="2857388" y="1524092"/>
          <a:ext cx="2171923" cy="1303153"/>
        </a:xfrm>
        <a:prstGeom prst="rect">
          <a:avLst/>
        </a:prstGeom>
        <a:gradFill rotWithShape="0">
          <a:gsLst>
            <a:gs pos="0">
              <a:schemeClr val="accent2">
                <a:hueOff val="3121013"/>
                <a:satOff val="-3893"/>
                <a:lumOff val="915"/>
                <a:alphaOff val="0"/>
                <a:tint val="100000"/>
                <a:shade val="100000"/>
                <a:satMod val="130000"/>
              </a:schemeClr>
            </a:gs>
            <a:gs pos="100000">
              <a:schemeClr val="accent2">
                <a:hueOff val="3121013"/>
                <a:satOff val="-3893"/>
                <a:lumOff val="915"/>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Istituisce il Comitato CEDAW per monitorare i progressi.</a:t>
          </a:r>
        </a:p>
      </dsp:txBody>
      <dsp:txXfrm>
        <a:off x="2857388" y="1524092"/>
        <a:ext cx="2171923" cy="1303153"/>
      </dsp:txXfrm>
    </dsp:sp>
    <dsp:sp modelId="{25F8DF14-3F48-4FC7-82CF-07E2472EFE4E}">
      <dsp:nvSpPr>
        <dsp:cNvPr id="0" name=""/>
        <dsp:cNvSpPr/>
      </dsp:nvSpPr>
      <dsp:spPr>
        <a:xfrm>
          <a:off x="5246503" y="1524092"/>
          <a:ext cx="2171923" cy="1303153"/>
        </a:xfrm>
        <a:prstGeom prst="rect">
          <a:avLst/>
        </a:prstGeom>
        <a:gradFill rotWithShape="0">
          <a:gsLst>
            <a:gs pos="0">
              <a:schemeClr val="accent2">
                <a:hueOff val="3901266"/>
                <a:satOff val="-4866"/>
                <a:lumOff val="1144"/>
                <a:alphaOff val="0"/>
                <a:tint val="100000"/>
                <a:shade val="100000"/>
                <a:satMod val="130000"/>
              </a:schemeClr>
            </a:gs>
            <a:gs pos="100000">
              <a:schemeClr val="accent2">
                <a:hueOff val="3901266"/>
                <a:satOff val="-4866"/>
                <a:lumOff val="114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189 Stati ratificanti; USA firma ma non ratifica.</a:t>
          </a:r>
        </a:p>
      </dsp:txBody>
      <dsp:txXfrm>
        <a:off x="5246503" y="1524092"/>
        <a:ext cx="2171923" cy="1303153"/>
      </dsp:txXfrm>
    </dsp:sp>
    <dsp:sp modelId="{61DD35B6-B686-4E6E-AB1B-2367CEBD91D4}">
      <dsp:nvSpPr>
        <dsp:cNvPr id="0" name=""/>
        <dsp:cNvSpPr/>
      </dsp:nvSpPr>
      <dsp:spPr>
        <a:xfrm>
          <a:off x="2857388" y="3044438"/>
          <a:ext cx="2171923" cy="1303153"/>
        </a:xfrm>
        <a:prstGeom prst="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Considerata la 'Carta internazionale dei diritti delle donne'.</a:t>
          </a:r>
        </a:p>
      </dsp:txBody>
      <dsp:txXfrm>
        <a:off x="2857388" y="3044438"/>
        <a:ext cx="2171923" cy="130315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6A28FE-FA19-4295-84F5-4DF678C91EAC}">
      <dsp:nvSpPr>
        <dsp:cNvPr id="0" name=""/>
        <dsp:cNvSpPr/>
      </dsp:nvSpPr>
      <dsp:spPr>
        <a:xfrm>
          <a:off x="0" y="573683"/>
          <a:ext cx="2464593" cy="1478756"/>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Quarta Conferenza Mondiale sulle Donne, ONU.</a:t>
          </a:r>
        </a:p>
      </dsp:txBody>
      <dsp:txXfrm>
        <a:off x="0" y="573683"/>
        <a:ext cx="2464593" cy="1478756"/>
      </dsp:txXfrm>
    </dsp:sp>
    <dsp:sp modelId="{FC441CC4-CA45-48DE-8BAE-96182A5B8B1D}">
      <dsp:nvSpPr>
        <dsp:cNvPr id="0" name=""/>
        <dsp:cNvSpPr/>
      </dsp:nvSpPr>
      <dsp:spPr>
        <a:xfrm>
          <a:off x="2711053" y="573683"/>
          <a:ext cx="2464593" cy="1478756"/>
        </a:xfrm>
        <a:prstGeom prst="rect">
          <a:avLst/>
        </a:prstGeom>
        <a:gradFill rotWithShape="0">
          <a:gsLst>
            <a:gs pos="0">
              <a:schemeClr val="accent2">
                <a:hueOff val="1170380"/>
                <a:satOff val="-1460"/>
                <a:lumOff val="343"/>
                <a:alphaOff val="0"/>
                <a:tint val="100000"/>
                <a:shade val="100000"/>
                <a:satMod val="130000"/>
              </a:schemeClr>
            </a:gs>
            <a:gs pos="100000">
              <a:schemeClr val="accent2">
                <a:hueOff val="1170380"/>
                <a:satOff val="-1460"/>
                <a:lumOff val="34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Adozione della Piattaforma d'Azione di Pechino.</a:t>
          </a:r>
        </a:p>
      </dsp:txBody>
      <dsp:txXfrm>
        <a:off x="2711053" y="573683"/>
        <a:ext cx="2464593" cy="1478756"/>
      </dsp:txXfrm>
    </dsp:sp>
    <dsp:sp modelId="{BDC84B49-8319-4A59-85C6-9AFB00F6A5AA}">
      <dsp:nvSpPr>
        <dsp:cNvPr id="0" name=""/>
        <dsp:cNvSpPr/>
      </dsp:nvSpPr>
      <dsp:spPr>
        <a:xfrm>
          <a:off x="5422106" y="573683"/>
          <a:ext cx="2464593" cy="1478756"/>
        </a:xfrm>
        <a:prstGeom prst="rect">
          <a:avLst/>
        </a:prstGeom>
        <a:gradFill rotWithShape="0">
          <a:gsLst>
            <a:gs pos="0">
              <a:schemeClr val="accent2">
                <a:hueOff val="2340759"/>
                <a:satOff val="-2919"/>
                <a:lumOff val="686"/>
                <a:alphaOff val="0"/>
                <a:tint val="100000"/>
                <a:shade val="100000"/>
                <a:satMod val="130000"/>
              </a:schemeClr>
            </a:gs>
            <a:gs pos="100000">
              <a:schemeClr val="accent2">
                <a:hueOff val="2340759"/>
                <a:satOff val="-2919"/>
                <a:lumOff val="68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12 aree critiche di intervento (es. violenza, educazione, politica).</a:t>
          </a:r>
        </a:p>
      </dsp:txBody>
      <dsp:txXfrm>
        <a:off x="5422106" y="573683"/>
        <a:ext cx="2464593" cy="1478756"/>
      </dsp:txXfrm>
    </dsp:sp>
    <dsp:sp modelId="{B34D4EA5-3C84-4D4E-9E16-CF6335178715}">
      <dsp:nvSpPr>
        <dsp:cNvPr id="0" name=""/>
        <dsp:cNvSpPr/>
      </dsp:nvSpPr>
      <dsp:spPr>
        <a:xfrm>
          <a:off x="1355526" y="2298898"/>
          <a:ext cx="2464593" cy="1478756"/>
        </a:xfrm>
        <a:prstGeom prst="rect">
          <a:avLst/>
        </a:prstGeom>
        <a:gradFill rotWithShape="0">
          <a:gsLst>
            <a:gs pos="0">
              <a:schemeClr val="accent2">
                <a:hueOff val="3511139"/>
                <a:satOff val="-4379"/>
                <a:lumOff val="1030"/>
                <a:alphaOff val="0"/>
                <a:tint val="100000"/>
                <a:shade val="100000"/>
                <a:satMod val="130000"/>
              </a:schemeClr>
            </a:gs>
            <a:gs pos="100000">
              <a:schemeClr val="accent2">
                <a:hueOff val="3511139"/>
                <a:satOff val="-4379"/>
                <a:lumOff val="103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Riconoscimento globale delle disuguaglianze di genere.</a:t>
          </a:r>
        </a:p>
      </dsp:txBody>
      <dsp:txXfrm>
        <a:off x="1355526" y="2298898"/>
        <a:ext cx="2464593" cy="1478756"/>
      </dsp:txXfrm>
    </dsp:sp>
    <dsp:sp modelId="{FFDB44C5-239F-4054-97A2-245E1DC4D327}">
      <dsp:nvSpPr>
        <dsp:cNvPr id="0" name=""/>
        <dsp:cNvSpPr/>
      </dsp:nvSpPr>
      <dsp:spPr>
        <a:xfrm>
          <a:off x="4066579" y="2298898"/>
          <a:ext cx="2464593" cy="1478756"/>
        </a:xfrm>
        <a:prstGeom prst="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Impegno degli Stati per politiche attive e trasformative.</a:t>
          </a:r>
        </a:p>
      </dsp:txBody>
      <dsp:txXfrm>
        <a:off x="4066579" y="2298898"/>
        <a:ext cx="2464593" cy="14787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BACC45-D50E-49D4-860B-F274EA628285}">
      <dsp:nvSpPr>
        <dsp:cNvPr id="0" name=""/>
        <dsp:cNvSpPr/>
      </dsp:nvSpPr>
      <dsp:spPr>
        <a:xfrm>
          <a:off x="0" y="307129"/>
          <a:ext cx="5000124" cy="91494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 Definito a Pechino come strategia prioritaria.</a:t>
          </a:r>
        </a:p>
      </dsp:txBody>
      <dsp:txXfrm>
        <a:off x="44664" y="351793"/>
        <a:ext cx="4910796" cy="825612"/>
      </dsp:txXfrm>
    </dsp:sp>
    <dsp:sp modelId="{C0AFA560-0A77-4FB3-8FF4-FAEE8A25F29F}">
      <dsp:nvSpPr>
        <dsp:cNvPr id="0" name=""/>
        <dsp:cNvSpPr/>
      </dsp:nvSpPr>
      <dsp:spPr>
        <a:xfrm>
          <a:off x="0" y="1288309"/>
          <a:ext cx="5000124" cy="914940"/>
        </a:xfrm>
        <a:prstGeom prst="roundRect">
          <a:avLst/>
        </a:prstGeom>
        <a:gradFill rotWithShape="0">
          <a:gsLst>
            <a:gs pos="0">
              <a:schemeClr val="accent5">
                <a:hueOff val="-2483469"/>
                <a:satOff val="9953"/>
                <a:lumOff val="2157"/>
                <a:alphaOff val="0"/>
                <a:tint val="100000"/>
                <a:shade val="100000"/>
                <a:satMod val="130000"/>
              </a:schemeClr>
            </a:gs>
            <a:gs pos="100000">
              <a:schemeClr val="accent5">
                <a:hueOff val="-2483469"/>
                <a:satOff val="9953"/>
                <a:lumOff val="2157"/>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 Integrare la prospettiva di genere in tutte le politiche pubbliche.</a:t>
          </a:r>
        </a:p>
      </dsp:txBody>
      <dsp:txXfrm>
        <a:off x="44664" y="1332973"/>
        <a:ext cx="4910796" cy="825612"/>
      </dsp:txXfrm>
    </dsp:sp>
    <dsp:sp modelId="{BE12D254-9A5D-4C97-A072-F6CB5C65345F}">
      <dsp:nvSpPr>
        <dsp:cNvPr id="0" name=""/>
        <dsp:cNvSpPr/>
      </dsp:nvSpPr>
      <dsp:spPr>
        <a:xfrm>
          <a:off x="0" y="2269489"/>
          <a:ext cx="5000124" cy="914940"/>
        </a:xfrm>
        <a:prstGeom prst="roundRect">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 Non politiche separate: cambiamento strutturale di tutte le decisioni.</a:t>
          </a:r>
        </a:p>
      </dsp:txBody>
      <dsp:txXfrm>
        <a:off x="44664" y="2314153"/>
        <a:ext cx="4910796" cy="825612"/>
      </dsp:txXfrm>
    </dsp:sp>
    <dsp:sp modelId="{72D27A38-1737-4B16-9156-AC6693584949}">
      <dsp:nvSpPr>
        <dsp:cNvPr id="0" name=""/>
        <dsp:cNvSpPr/>
      </dsp:nvSpPr>
      <dsp:spPr>
        <a:xfrm>
          <a:off x="0" y="3250670"/>
          <a:ext cx="5000124" cy="914940"/>
        </a:xfrm>
        <a:prstGeom prst="roundRect">
          <a:avLst/>
        </a:prstGeom>
        <a:gradFill rotWithShape="0">
          <a:gsLst>
            <a:gs pos="0">
              <a:schemeClr val="accent5">
                <a:hueOff val="-7450407"/>
                <a:satOff val="29858"/>
                <a:lumOff val="6471"/>
                <a:alphaOff val="0"/>
                <a:tint val="100000"/>
                <a:shade val="100000"/>
                <a:satMod val="130000"/>
              </a:schemeClr>
            </a:gs>
            <a:gs pos="100000">
              <a:schemeClr val="accent5">
                <a:hueOff val="-7450407"/>
                <a:satOff val="29858"/>
                <a:lumOff val="6471"/>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 Obiettivo: uguaglianza sostanziale tra uomini e donne.</a:t>
          </a:r>
        </a:p>
      </dsp:txBody>
      <dsp:txXfrm>
        <a:off x="44664" y="3295334"/>
        <a:ext cx="4910796" cy="825612"/>
      </dsp:txXfrm>
    </dsp:sp>
    <dsp:sp modelId="{0A0FD579-86FC-4E6D-989E-B3C8C43E7D9E}">
      <dsp:nvSpPr>
        <dsp:cNvPr id="0" name=""/>
        <dsp:cNvSpPr/>
      </dsp:nvSpPr>
      <dsp:spPr>
        <a:xfrm>
          <a:off x="0" y="4231850"/>
          <a:ext cx="5000124" cy="91494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 Responsabilità condivisa tra tutte le istituzioni.</a:t>
          </a:r>
        </a:p>
      </dsp:txBody>
      <dsp:txXfrm>
        <a:off x="44664" y="4276514"/>
        <a:ext cx="4910796" cy="8256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238A7C-00FD-47F7-8BD6-833C46C76A51}">
      <dsp:nvSpPr>
        <dsp:cNvPr id="0" name=""/>
        <dsp:cNvSpPr/>
      </dsp:nvSpPr>
      <dsp:spPr>
        <a:xfrm>
          <a:off x="0" y="287509"/>
          <a:ext cx="5000124" cy="155142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Contrastare disuguaglianze</a:t>
          </a:r>
        </a:p>
      </dsp:txBody>
      <dsp:txXfrm>
        <a:off x="75734" y="363243"/>
        <a:ext cx="4848656" cy="1399952"/>
      </dsp:txXfrm>
    </dsp:sp>
    <dsp:sp modelId="{7BFD9CCA-E1F1-477B-B47B-862BED572F61}">
      <dsp:nvSpPr>
        <dsp:cNvPr id="0" name=""/>
        <dsp:cNvSpPr/>
      </dsp:nvSpPr>
      <dsp:spPr>
        <a:xfrm>
          <a:off x="0" y="1951249"/>
          <a:ext cx="5000124" cy="1551420"/>
        </a:xfrm>
        <a:prstGeom prst="roundRect">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Promuovere inclusione</a:t>
          </a:r>
        </a:p>
      </dsp:txBody>
      <dsp:txXfrm>
        <a:off x="75734" y="2026983"/>
        <a:ext cx="4848656" cy="1399952"/>
      </dsp:txXfrm>
    </dsp:sp>
    <dsp:sp modelId="{14C3EB48-C018-4D52-BD29-145C288F1E29}">
      <dsp:nvSpPr>
        <dsp:cNvPr id="0" name=""/>
        <dsp:cNvSpPr/>
      </dsp:nvSpPr>
      <dsp:spPr>
        <a:xfrm>
          <a:off x="0" y="3614990"/>
          <a:ext cx="5000124" cy="155142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Rafforzare democrazia e sviluppo.</a:t>
          </a:r>
        </a:p>
      </dsp:txBody>
      <dsp:txXfrm>
        <a:off x="75734" y="3690724"/>
        <a:ext cx="4848656" cy="139995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D54783-7389-4692-BFB8-AFBE6C2AD529}">
      <dsp:nvSpPr>
        <dsp:cNvPr id="0" name=""/>
        <dsp:cNvSpPr/>
      </dsp:nvSpPr>
      <dsp:spPr>
        <a:xfrm>
          <a:off x="2280144" y="1185451"/>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228553"/>
        <a:ext cx="26172" cy="5234"/>
      </dsp:txXfrm>
    </dsp:sp>
    <dsp:sp modelId="{430C479D-B816-4E56-B66C-CF23A32BADE6}">
      <dsp:nvSpPr>
        <dsp:cNvPr id="0" name=""/>
        <dsp:cNvSpPr/>
      </dsp:nvSpPr>
      <dsp:spPr>
        <a:xfrm>
          <a:off x="6045" y="548401"/>
          <a:ext cx="2275898" cy="1365538"/>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00100">
            <a:lnSpc>
              <a:spcPct val="90000"/>
            </a:lnSpc>
            <a:spcBef>
              <a:spcPct val="0"/>
            </a:spcBef>
            <a:spcAft>
              <a:spcPct val="35000"/>
            </a:spcAft>
            <a:buNone/>
          </a:pPr>
          <a:r>
            <a:rPr lang="en-US" sz="1800" kern="1200"/>
            <a:t>• Strategia per integrare la prospettiva di genere in tutte le politiche.</a:t>
          </a:r>
        </a:p>
      </dsp:txBody>
      <dsp:txXfrm>
        <a:off x="6045" y="548401"/>
        <a:ext cx="2275898" cy="1365538"/>
      </dsp:txXfrm>
    </dsp:sp>
    <dsp:sp modelId="{8089B684-5852-4055-ADEE-11F796D52964}">
      <dsp:nvSpPr>
        <dsp:cNvPr id="0" name=""/>
        <dsp:cNvSpPr/>
      </dsp:nvSpPr>
      <dsp:spPr>
        <a:xfrm>
          <a:off x="5079499" y="1185451"/>
          <a:ext cx="492856" cy="91440"/>
        </a:xfrm>
        <a:custGeom>
          <a:avLst/>
          <a:gdLst/>
          <a:ahLst/>
          <a:cxnLst/>
          <a:rect l="0" t="0" r="0" b="0"/>
          <a:pathLst>
            <a:path>
              <a:moveTo>
                <a:pt x="0" y="45720"/>
              </a:moveTo>
              <a:lnTo>
                <a:pt x="492856" y="45720"/>
              </a:lnTo>
            </a:path>
          </a:pathLst>
        </a:custGeom>
        <a:noFill/>
        <a:ln w="9525" cap="flat" cmpd="sng" algn="ctr">
          <a:solidFill>
            <a:schemeClr val="accent2">
              <a:hueOff val="1170380"/>
              <a:satOff val="-1460"/>
              <a:lumOff val="34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228553"/>
        <a:ext cx="26172" cy="5234"/>
      </dsp:txXfrm>
    </dsp:sp>
    <dsp:sp modelId="{D7B18F2B-D4B6-4A07-A847-637C0E72D25E}">
      <dsp:nvSpPr>
        <dsp:cNvPr id="0" name=""/>
        <dsp:cNvSpPr/>
      </dsp:nvSpPr>
      <dsp:spPr>
        <a:xfrm>
          <a:off x="2805400" y="548401"/>
          <a:ext cx="2275898" cy="1365538"/>
        </a:xfrm>
        <a:prstGeom prst="rect">
          <a:avLst/>
        </a:prstGeom>
        <a:gradFill rotWithShape="0">
          <a:gsLst>
            <a:gs pos="0">
              <a:schemeClr val="accent2">
                <a:hueOff val="936304"/>
                <a:satOff val="-1168"/>
                <a:lumOff val="275"/>
                <a:alphaOff val="0"/>
                <a:tint val="100000"/>
                <a:shade val="100000"/>
                <a:satMod val="130000"/>
              </a:schemeClr>
            </a:gs>
            <a:gs pos="100000">
              <a:schemeClr val="accent2">
                <a:hueOff val="936304"/>
                <a:satOff val="-1168"/>
                <a:lumOff val="275"/>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00100">
            <a:lnSpc>
              <a:spcPct val="90000"/>
            </a:lnSpc>
            <a:spcBef>
              <a:spcPct val="0"/>
            </a:spcBef>
            <a:spcAft>
              <a:spcPct val="35000"/>
            </a:spcAft>
            <a:buNone/>
          </a:pPr>
          <a:r>
            <a:rPr lang="en-US" sz="1800" kern="1200"/>
            <a:t>• Obiettivo: uguaglianza reale tra donne e uomini.</a:t>
          </a:r>
        </a:p>
      </dsp:txBody>
      <dsp:txXfrm>
        <a:off x="2805400" y="548401"/>
        <a:ext cx="2275898" cy="1365538"/>
      </dsp:txXfrm>
    </dsp:sp>
    <dsp:sp modelId="{A9388ADD-2EE0-4F0B-B1ED-ECB23DC82890}">
      <dsp:nvSpPr>
        <dsp:cNvPr id="0" name=""/>
        <dsp:cNvSpPr/>
      </dsp:nvSpPr>
      <dsp:spPr>
        <a:xfrm>
          <a:off x="1143995" y="1912140"/>
          <a:ext cx="5598709" cy="492856"/>
        </a:xfrm>
        <a:custGeom>
          <a:avLst/>
          <a:gdLst/>
          <a:ahLst/>
          <a:cxnLst/>
          <a:rect l="0" t="0" r="0" b="0"/>
          <a:pathLst>
            <a:path>
              <a:moveTo>
                <a:pt x="5598709" y="0"/>
              </a:moveTo>
              <a:lnTo>
                <a:pt x="5598709" y="263528"/>
              </a:lnTo>
              <a:lnTo>
                <a:pt x="0" y="263528"/>
              </a:lnTo>
              <a:lnTo>
                <a:pt x="0" y="492856"/>
              </a:lnTo>
            </a:path>
          </a:pathLst>
        </a:custGeom>
        <a:noFill/>
        <a:ln w="9525" cap="flat" cmpd="sng" algn="ctr">
          <a:solidFill>
            <a:schemeClr val="accent2">
              <a:hueOff val="2340759"/>
              <a:satOff val="-2919"/>
              <a:lumOff val="68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2155951"/>
        <a:ext cx="281156" cy="5234"/>
      </dsp:txXfrm>
    </dsp:sp>
    <dsp:sp modelId="{2A1BD4C1-10E2-4C15-ABD0-D5E0E34D8A54}">
      <dsp:nvSpPr>
        <dsp:cNvPr id="0" name=""/>
        <dsp:cNvSpPr/>
      </dsp:nvSpPr>
      <dsp:spPr>
        <a:xfrm>
          <a:off x="5604755" y="548401"/>
          <a:ext cx="2275898" cy="1365538"/>
        </a:xfrm>
        <a:prstGeom prst="rect">
          <a:avLst/>
        </a:prstGeom>
        <a:gradFill rotWithShape="0">
          <a:gsLst>
            <a:gs pos="0">
              <a:schemeClr val="accent2">
                <a:hueOff val="1872608"/>
                <a:satOff val="-2336"/>
                <a:lumOff val="549"/>
                <a:alphaOff val="0"/>
                <a:tint val="100000"/>
                <a:shade val="100000"/>
                <a:satMod val="130000"/>
              </a:schemeClr>
            </a:gs>
            <a:gs pos="100000">
              <a:schemeClr val="accent2">
                <a:hueOff val="1872608"/>
                <a:satOff val="-2336"/>
                <a:lumOff val="549"/>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00100">
            <a:lnSpc>
              <a:spcPct val="90000"/>
            </a:lnSpc>
            <a:spcBef>
              <a:spcPct val="0"/>
            </a:spcBef>
            <a:spcAft>
              <a:spcPct val="35000"/>
            </a:spcAft>
            <a:buNone/>
          </a:pPr>
          <a:r>
            <a:rPr lang="en-US" sz="1800" kern="1200"/>
            <a:t>• Analisi, progettazione e monitoraggio inclusivi.</a:t>
          </a:r>
        </a:p>
      </dsp:txBody>
      <dsp:txXfrm>
        <a:off x="5604755" y="548401"/>
        <a:ext cx="2275898" cy="1365538"/>
      </dsp:txXfrm>
    </dsp:sp>
    <dsp:sp modelId="{E6D7892F-5224-480A-8E6A-E280258B80EB}">
      <dsp:nvSpPr>
        <dsp:cNvPr id="0" name=""/>
        <dsp:cNvSpPr/>
      </dsp:nvSpPr>
      <dsp:spPr>
        <a:xfrm>
          <a:off x="2280144" y="3074446"/>
          <a:ext cx="492856" cy="91440"/>
        </a:xfrm>
        <a:custGeom>
          <a:avLst/>
          <a:gdLst/>
          <a:ahLst/>
          <a:cxnLst/>
          <a:rect l="0" t="0" r="0" b="0"/>
          <a:pathLst>
            <a:path>
              <a:moveTo>
                <a:pt x="0" y="45720"/>
              </a:moveTo>
              <a:lnTo>
                <a:pt x="492856" y="45720"/>
              </a:lnTo>
            </a:path>
          </a:pathLst>
        </a:custGeom>
        <a:noFill/>
        <a:ln w="9525" cap="flat" cmpd="sng" algn="ctr">
          <a:solidFill>
            <a:schemeClr val="accent2">
              <a:hueOff val="3511139"/>
              <a:satOff val="-4379"/>
              <a:lumOff val="103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3117549"/>
        <a:ext cx="26172" cy="5234"/>
      </dsp:txXfrm>
    </dsp:sp>
    <dsp:sp modelId="{9972A296-26D5-45E9-84C7-45E8DA65B68F}">
      <dsp:nvSpPr>
        <dsp:cNvPr id="0" name=""/>
        <dsp:cNvSpPr/>
      </dsp:nvSpPr>
      <dsp:spPr>
        <a:xfrm>
          <a:off x="6045" y="2437397"/>
          <a:ext cx="2275898" cy="1365538"/>
        </a:xfrm>
        <a:prstGeom prst="rect">
          <a:avLst/>
        </a:prstGeom>
        <a:gradFill rotWithShape="0">
          <a:gsLst>
            <a:gs pos="0">
              <a:schemeClr val="accent2">
                <a:hueOff val="2808911"/>
                <a:satOff val="-3503"/>
                <a:lumOff val="824"/>
                <a:alphaOff val="0"/>
                <a:tint val="100000"/>
                <a:shade val="100000"/>
                <a:satMod val="130000"/>
              </a:schemeClr>
            </a:gs>
            <a:gs pos="100000">
              <a:schemeClr val="accent2">
                <a:hueOff val="2808911"/>
                <a:satOff val="-3503"/>
                <a:lumOff val="82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00100">
            <a:lnSpc>
              <a:spcPct val="90000"/>
            </a:lnSpc>
            <a:spcBef>
              <a:spcPct val="0"/>
            </a:spcBef>
            <a:spcAft>
              <a:spcPct val="35000"/>
            </a:spcAft>
            <a:buNone/>
          </a:pPr>
          <a:r>
            <a:rPr lang="en-US" sz="1800" kern="1200"/>
            <a:t>• Responsabilità di tutti i decisori pubblici.</a:t>
          </a:r>
        </a:p>
      </dsp:txBody>
      <dsp:txXfrm>
        <a:off x="6045" y="2437397"/>
        <a:ext cx="2275898" cy="1365538"/>
      </dsp:txXfrm>
    </dsp:sp>
    <dsp:sp modelId="{67206485-F839-4B82-99DC-BC21189F19BA}">
      <dsp:nvSpPr>
        <dsp:cNvPr id="0" name=""/>
        <dsp:cNvSpPr/>
      </dsp:nvSpPr>
      <dsp:spPr>
        <a:xfrm>
          <a:off x="5079499" y="3074446"/>
          <a:ext cx="492856" cy="91440"/>
        </a:xfrm>
        <a:custGeom>
          <a:avLst/>
          <a:gdLst/>
          <a:ahLst/>
          <a:cxnLst/>
          <a:rect l="0" t="0" r="0" b="0"/>
          <a:pathLst>
            <a:path>
              <a:moveTo>
                <a:pt x="0" y="45720"/>
              </a:moveTo>
              <a:lnTo>
                <a:pt x="492856" y="45720"/>
              </a:lnTo>
            </a:path>
          </a:pathLst>
        </a:custGeom>
        <a:noFill/>
        <a:ln w="9525" cap="flat" cmpd="sng" algn="ctr">
          <a:solidFill>
            <a:schemeClr val="accent2">
              <a:hueOff val="4681519"/>
              <a:satOff val="-5839"/>
              <a:lumOff val="137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3117549"/>
        <a:ext cx="26172" cy="5234"/>
      </dsp:txXfrm>
    </dsp:sp>
    <dsp:sp modelId="{B4E42232-159F-451F-9FAB-6FF22B21AD7B}">
      <dsp:nvSpPr>
        <dsp:cNvPr id="0" name=""/>
        <dsp:cNvSpPr/>
      </dsp:nvSpPr>
      <dsp:spPr>
        <a:xfrm>
          <a:off x="2805400" y="2437397"/>
          <a:ext cx="2275898" cy="1365538"/>
        </a:xfrm>
        <a:prstGeom prst="rect">
          <a:avLst/>
        </a:prstGeom>
        <a:gradFill rotWithShape="0">
          <a:gsLst>
            <a:gs pos="0">
              <a:schemeClr val="accent2">
                <a:hueOff val="3745215"/>
                <a:satOff val="-4671"/>
                <a:lumOff val="1098"/>
                <a:alphaOff val="0"/>
                <a:tint val="100000"/>
                <a:shade val="100000"/>
                <a:satMod val="130000"/>
              </a:schemeClr>
            </a:gs>
            <a:gs pos="100000">
              <a:schemeClr val="accent2">
                <a:hueOff val="3745215"/>
                <a:satOff val="-4671"/>
                <a:lumOff val="109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00100">
            <a:lnSpc>
              <a:spcPct val="90000"/>
            </a:lnSpc>
            <a:spcBef>
              <a:spcPct val="0"/>
            </a:spcBef>
            <a:spcAft>
              <a:spcPct val="35000"/>
            </a:spcAft>
            <a:buNone/>
          </a:pPr>
          <a:r>
            <a:rPr lang="en-US" sz="1800" kern="1200"/>
            <a:t>• Strumenti principali: Gender Impact Assessment, Gender Budgeting.</a:t>
          </a:r>
        </a:p>
      </dsp:txBody>
      <dsp:txXfrm>
        <a:off x="2805400" y="2437397"/>
        <a:ext cx="2275898" cy="1365538"/>
      </dsp:txXfrm>
    </dsp:sp>
    <dsp:sp modelId="{6EB248B7-5785-4953-A9FC-5405CBA1B464}">
      <dsp:nvSpPr>
        <dsp:cNvPr id="0" name=""/>
        <dsp:cNvSpPr/>
      </dsp:nvSpPr>
      <dsp:spPr>
        <a:xfrm>
          <a:off x="5604755" y="2437397"/>
          <a:ext cx="2275898" cy="1365538"/>
        </a:xfrm>
        <a:prstGeom prst="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00100">
            <a:lnSpc>
              <a:spcPct val="90000"/>
            </a:lnSpc>
            <a:spcBef>
              <a:spcPct val="0"/>
            </a:spcBef>
            <a:spcAft>
              <a:spcPct val="35000"/>
            </a:spcAft>
            <a:buNone/>
          </a:pPr>
          <a:r>
            <a:rPr lang="en-US" sz="1800" kern="1200"/>
            <a:t>• Nascita ufficiale: Conferenza di Pechino (1995).</a:t>
          </a:r>
        </a:p>
      </dsp:txBody>
      <dsp:txXfrm>
        <a:off x="5604755" y="2437397"/>
        <a:ext cx="2275898" cy="136553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5EE259-CD70-4BD3-B0BC-DFDE4398FBE9}">
      <dsp:nvSpPr>
        <dsp:cNvPr id="0" name=""/>
        <dsp:cNvSpPr/>
      </dsp:nvSpPr>
      <dsp:spPr>
        <a:xfrm>
          <a:off x="0" y="2726960"/>
          <a:ext cx="5000124" cy="0"/>
        </a:xfrm>
        <a:prstGeom prst="line">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3A315B0-8578-4EA7-B080-4496638FBFCB}">
      <dsp:nvSpPr>
        <dsp:cNvPr id="0" name=""/>
        <dsp:cNvSpPr/>
      </dsp:nvSpPr>
      <dsp:spPr>
        <a:xfrm>
          <a:off x="150003" y="1690715"/>
          <a:ext cx="2200054" cy="654470"/>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a:t>1995</a:t>
          </a:r>
        </a:p>
      </dsp:txBody>
      <dsp:txXfrm>
        <a:off x="150003" y="1690715"/>
        <a:ext cx="2200054" cy="654470"/>
      </dsp:txXfrm>
    </dsp:sp>
    <dsp:sp modelId="{CB17DAC6-02F6-4CF0-9175-27E3F50D4FDB}">
      <dsp:nvSpPr>
        <dsp:cNvPr id="0" name=""/>
        <dsp:cNvSpPr/>
      </dsp:nvSpPr>
      <dsp:spPr>
        <a:xfrm>
          <a:off x="150003" y="1031336"/>
          <a:ext cx="2200054" cy="659378"/>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a:t>Pechino Platform</a:t>
          </a:r>
        </a:p>
      </dsp:txBody>
      <dsp:txXfrm>
        <a:off x="150003" y="1031336"/>
        <a:ext cx="2200054" cy="659378"/>
      </dsp:txXfrm>
    </dsp:sp>
    <dsp:sp modelId="{F7D3F38D-E8D6-40C4-A0E5-AF95F8BD2B9B}">
      <dsp:nvSpPr>
        <dsp:cNvPr id="0" name=""/>
        <dsp:cNvSpPr/>
      </dsp:nvSpPr>
      <dsp:spPr>
        <a:xfrm>
          <a:off x="1250031" y="2345185"/>
          <a:ext cx="0" cy="381774"/>
        </a:xfrm>
        <a:prstGeom prst="line">
          <a:avLst/>
        </a:pr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766734A-74FD-4FD4-8E43-C3F1F944B6E8}">
      <dsp:nvSpPr>
        <dsp:cNvPr id="0" name=""/>
        <dsp:cNvSpPr/>
      </dsp:nvSpPr>
      <dsp:spPr>
        <a:xfrm>
          <a:off x="2650065" y="3108734"/>
          <a:ext cx="2200054" cy="654470"/>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a:t>1997</a:t>
          </a:r>
        </a:p>
      </dsp:txBody>
      <dsp:txXfrm>
        <a:off x="2650065" y="3108734"/>
        <a:ext cx="2200054" cy="654470"/>
      </dsp:txXfrm>
    </dsp:sp>
    <dsp:sp modelId="{B7D7CFF9-F126-42D2-8A4F-670FA0CD25D4}">
      <dsp:nvSpPr>
        <dsp:cNvPr id="0" name=""/>
        <dsp:cNvSpPr/>
      </dsp:nvSpPr>
      <dsp:spPr>
        <a:xfrm>
          <a:off x="2650065" y="3763204"/>
          <a:ext cx="2200054" cy="1050885"/>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a:t>Consiglio d'Europa definisce pratiche operative.</a:t>
          </a:r>
        </a:p>
      </dsp:txBody>
      <dsp:txXfrm>
        <a:off x="2650065" y="3763204"/>
        <a:ext cx="2200054" cy="1050885"/>
      </dsp:txXfrm>
    </dsp:sp>
    <dsp:sp modelId="{562DC70B-59FE-4218-A30B-01703456846C}">
      <dsp:nvSpPr>
        <dsp:cNvPr id="0" name=""/>
        <dsp:cNvSpPr/>
      </dsp:nvSpPr>
      <dsp:spPr>
        <a:xfrm>
          <a:off x="3750093" y="2726959"/>
          <a:ext cx="0" cy="381774"/>
        </a:xfrm>
        <a:prstGeom prst="line">
          <a:avLst/>
        </a:pr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3BAC812-CF99-48FD-B889-ED74801E682C}">
      <dsp:nvSpPr>
        <dsp:cNvPr id="0" name=""/>
        <dsp:cNvSpPr/>
      </dsp:nvSpPr>
      <dsp:spPr>
        <a:xfrm rot="2700000">
          <a:off x="1207609" y="2684538"/>
          <a:ext cx="84843" cy="84843"/>
        </a:xfrm>
        <a:prstGeom prst="rect">
          <a:avLst/>
        </a:prstGeom>
        <a:gradFill rotWithShape="0">
          <a:gsLst>
            <a:gs pos="0">
              <a:schemeClr val="accent2">
                <a:tint val="100000"/>
                <a:shade val="100000"/>
                <a:satMod val="130000"/>
              </a:schemeClr>
            </a:gs>
            <a:gs pos="100000">
              <a:schemeClr val="accent2">
                <a:tint val="50000"/>
                <a:shade val="100000"/>
                <a:satMod val="350000"/>
              </a:schemeClr>
            </a:gs>
          </a:gsLst>
          <a:lin ang="16200000" scaled="0"/>
        </a:gradFill>
        <a:ln w="6350">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576C00A-16ED-4685-8DFE-50D2961C52F6}">
      <dsp:nvSpPr>
        <dsp:cNvPr id="0" name=""/>
        <dsp:cNvSpPr/>
      </dsp:nvSpPr>
      <dsp:spPr>
        <a:xfrm rot="2700000">
          <a:off x="3707671" y="2684538"/>
          <a:ext cx="84843" cy="84843"/>
        </a:xfrm>
        <a:prstGeom prst="rect">
          <a:avLst/>
        </a:prstGeom>
        <a:gradFill rotWithShape="0">
          <a:gsLst>
            <a:gs pos="0">
              <a:schemeClr val="accent3">
                <a:tint val="100000"/>
                <a:shade val="100000"/>
                <a:satMod val="130000"/>
              </a:schemeClr>
            </a:gs>
            <a:gs pos="100000">
              <a:schemeClr val="accent3">
                <a:tint val="50000"/>
                <a:shade val="100000"/>
                <a:satMod val="350000"/>
              </a:schemeClr>
            </a:gs>
          </a:gsLst>
          <a:lin ang="16200000" scaled="0"/>
        </a:gradFill>
        <a:ln w="6350">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280044-4775-4721-99E5-4A89191E012C}">
      <dsp:nvSpPr>
        <dsp:cNvPr id="0" name=""/>
        <dsp:cNvSpPr/>
      </dsp:nvSpPr>
      <dsp:spPr>
        <a:xfrm>
          <a:off x="0" y="37309"/>
          <a:ext cx="5000124" cy="171054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Inclusione trasversale</a:t>
          </a:r>
        </a:p>
      </dsp:txBody>
      <dsp:txXfrm>
        <a:off x="83502" y="120811"/>
        <a:ext cx="4833120" cy="1543536"/>
      </dsp:txXfrm>
    </dsp:sp>
    <dsp:sp modelId="{DB817827-0445-4511-BDEF-7648083B97E2}">
      <dsp:nvSpPr>
        <dsp:cNvPr id="0" name=""/>
        <dsp:cNvSpPr/>
      </dsp:nvSpPr>
      <dsp:spPr>
        <a:xfrm>
          <a:off x="0" y="1871689"/>
          <a:ext cx="5000124" cy="1710540"/>
        </a:xfrm>
        <a:prstGeom prst="roundRect">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Responsabilità condivisa</a:t>
          </a:r>
        </a:p>
      </dsp:txBody>
      <dsp:txXfrm>
        <a:off x="83502" y="1955191"/>
        <a:ext cx="4833120" cy="1543536"/>
      </dsp:txXfrm>
    </dsp:sp>
    <dsp:sp modelId="{BA357149-BA62-47C8-A2C3-36D4C1C38DE9}">
      <dsp:nvSpPr>
        <dsp:cNvPr id="0" name=""/>
        <dsp:cNvSpPr/>
      </dsp:nvSpPr>
      <dsp:spPr>
        <a:xfrm>
          <a:off x="0" y="3706069"/>
          <a:ext cx="5000124" cy="171054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Prevenzione disuguaglianze.</a:t>
          </a:r>
        </a:p>
      </dsp:txBody>
      <dsp:txXfrm>
        <a:off x="83502" y="3789571"/>
        <a:ext cx="4833120" cy="154353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6D6219-30EE-4A5C-9AD0-8553B05DF331}">
      <dsp:nvSpPr>
        <dsp:cNvPr id="0" name=""/>
        <dsp:cNvSpPr/>
      </dsp:nvSpPr>
      <dsp:spPr>
        <a:xfrm>
          <a:off x="0" y="18320"/>
          <a:ext cx="5000124" cy="2639519"/>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Urbanistica attenta alla sicurezza</a:t>
          </a:r>
        </a:p>
      </dsp:txBody>
      <dsp:txXfrm>
        <a:off x="128851" y="147171"/>
        <a:ext cx="4742422" cy="2381817"/>
      </dsp:txXfrm>
    </dsp:sp>
    <dsp:sp modelId="{830A0FC4-E836-4E50-AAA5-A436B96993C6}">
      <dsp:nvSpPr>
        <dsp:cNvPr id="0" name=""/>
        <dsp:cNvSpPr/>
      </dsp:nvSpPr>
      <dsp:spPr>
        <a:xfrm>
          <a:off x="0" y="2796080"/>
          <a:ext cx="5000124" cy="2639519"/>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Politiche del lavoro sensibili al gender gap.</a:t>
          </a:r>
        </a:p>
      </dsp:txBody>
      <dsp:txXfrm>
        <a:off x="128851" y="2924931"/>
        <a:ext cx="4742422" cy="238181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D414C-2141-492F-9CA8-44F54A764D49}">
      <dsp:nvSpPr>
        <dsp:cNvPr id="0" name=""/>
        <dsp:cNvSpPr/>
      </dsp:nvSpPr>
      <dsp:spPr>
        <a:xfrm>
          <a:off x="0" y="18320"/>
          <a:ext cx="5000124" cy="2639519"/>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Migliora equità e qualità delle politiche.</a:t>
          </a:r>
        </a:p>
      </dsp:txBody>
      <dsp:txXfrm>
        <a:off x="128851" y="147171"/>
        <a:ext cx="4742422" cy="2381817"/>
      </dsp:txXfrm>
    </dsp:sp>
    <dsp:sp modelId="{EEE8058B-1F0A-4AF3-A0A6-040AF84968A4}">
      <dsp:nvSpPr>
        <dsp:cNvPr id="0" name=""/>
        <dsp:cNvSpPr/>
      </dsp:nvSpPr>
      <dsp:spPr>
        <a:xfrm>
          <a:off x="0" y="2796080"/>
          <a:ext cx="5000124" cy="2639519"/>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Rafforza la democrazia.</a:t>
          </a:r>
        </a:p>
      </dsp:txBody>
      <dsp:txXfrm>
        <a:off x="128851" y="2924931"/>
        <a:ext cx="4742422" cy="238181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93A1D6-ED86-4FDE-9646-94A04B0295D0}">
      <dsp:nvSpPr>
        <dsp:cNvPr id="0" name=""/>
        <dsp:cNvSpPr/>
      </dsp:nvSpPr>
      <dsp:spPr>
        <a:xfrm>
          <a:off x="0" y="707180"/>
          <a:ext cx="5000124" cy="194922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US" sz="4900" kern="1200"/>
            <a:t>Implementazione frammentata</a:t>
          </a:r>
        </a:p>
      </dsp:txBody>
      <dsp:txXfrm>
        <a:off x="95153" y="802333"/>
        <a:ext cx="4809818" cy="1758914"/>
      </dsp:txXfrm>
    </dsp:sp>
    <dsp:sp modelId="{DFFF6348-729A-454C-9B21-97B5645779DC}">
      <dsp:nvSpPr>
        <dsp:cNvPr id="0" name=""/>
        <dsp:cNvSpPr/>
      </dsp:nvSpPr>
      <dsp:spPr>
        <a:xfrm>
          <a:off x="0" y="2797519"/>
          <a:ext cx="5000124" cy="1949220"/>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US" sz="4900" kern="1200"/>
            <a:t>Rischio di gender washing.</a:t>
          </a:r>
        </a:p>
      </dsp:txBody>
      <dsp:txXfrm>
        <a:off x="95153" y="2892672"/>
        <a:ext cx="4809818" cy="175891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B4AFB0-1835-47DB-8497-67F5729EB1B3}">
      <dsp:nvSpPr>
        <dsp:cNvPr id="0" name=""/>
        <dsp:cNvSpPr/>
      </dsp:nvSpPr>
      <dsp:spPr>
        <a:xfrm>
          <a:off x="0" y="0"/>
          <a:ext cx="5000124" cy="0"/>
        </a:xfrm>
        <a:prstGeom prst="line">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DDFC6AC-2183-42BD-B5A3-90D467A24FF0}">
      <dsp:nvSpPr>
        <dsp:cNvPr id="0" name=""/>
        <dsp:cNvSpPr/>
      </dsp:nvSpPr>
      <dsp:spPr>
        <a:xfrm>
          <a:off x="0" y="0"/>
          <a:ext cx="5000124"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790" tIns="224790" rIns="224790" bIns="224790" numCol="1" spcCol="1270" anchor="t" anchorCtr="0">
          <a:noAutofit/>
        </a:bodyPr>
        <a:lstStyle/>
        <a:p>
          <a:pPr marL="0" lvl="0" indent="0" algn="l" defTabSz="2622550">
            <a:lnSpc>
              <a:spcPct val="90000"/>
            </a:lnSpc>
            <a:spcBef>
              <a:spcPct val="0"/>
            </a:spcBef>
            <a:spcAft>
              <a:spcPct val="35000"/>
            </a:spcAft>
            <a:buNone/>
          </a:pPr>
          <a:r>
            <a:rPr lang="en-US" sz="5900" kern="1200"/>
            <a:t>Gender Impact Assessment</a:t>
          </a:r>
        </a:p>
      </dsp:txBody>
      <dsp:txXfrm>
        <a:off x="0" y="0"/>
        <a:ext cx="5000124" cy="2726960"/>
      </dsp:txXfrm>
    </dsp:sp>
    <dsp:sp modelId="{68E09270-6A86-4E79-B800-131FE69AF5D1}">
      <dsp:nvSpPr>
        <dsp:cNvPr id="0" name=""/>
        <dsp:cNvSpPr/>
      </dsp:nvSpPr>
      <dsp:spPr>
        <a:xfrm>
          <a:off x="0" y="2726960"/>
          <a:ext cx="5000124"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AEB5F6D-DDA9-44F3-B03C-8BA62A41A1E5}">
      <dsp:nvSpPr>
        <dsp:cNvPr id="0" name=""/>
        <dsp:cNvSpPr/>
      </dsp:nvSpPr>
      <dsp:spPr>
        <a:xfrm>
          <a:off x="0" y="2726960"/>
          <a:ext cx="5000124"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790" tIns="224790" rIns="224790" bIns="224790" numCol="1" spcCol="1270" anchor="t" anchorCtr="0">
          <a:noAutofit/>
        </a:bodyPr>
        <a:lstStyle/>
        <a:p>
          <a:pPr marL="0" lvl="0" indent="0" algn="l" defTabSz="2622550">
            <a:lnSpc>
              <a:spcPct val="90000"/>
            </a:lnSpc>
            <a:spcBef>
              <a:spcPct val="0"/>
            </a:spcBef>
            <a:spcAft>
              <a:spcPct val="35000"/>
            </a:spcAft>
            <a:buNone/>
          </a:pPr>
          <a:r>
            <a:rPr lang="en-US" sz="5900" kern="1200"/>
            <a:t>Gender Budgeting.</a:t>
          </a:r>
        </a:p>
      </dsp:txBody>
      <dsp:txXfrm>
        <a:off x="0" y="2726960"/>
        <a:ext cx="5000124" cy="272696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C08FC5-2A4E-44A8-AEA8-C9F136B69555}">
      <dsp:nvSpPr>
        <dsp:cNvPr id="0" name=""/>
        <dsp:cNvSpPr/>
      </dsp:nvSpPr>
      <dsp:spPr>
        <a:xfrm>
          <a:off x="0" y="40847"/>
          <a:ext cx="5000124" cy="1708181"/>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ONU Women</a:t>
          </a:r>
        </a:p>
      </dsp:txBody>
      <dsp:txXfrm>
        <a:off x="83387" y="124234"/>
        <a:ext cx="4833350" cy="1541407"/>
      </dsp:txXfrm>
    </dsp:sp>
    <dsp:sp modelId="{916BA581-5E9C-4E24-ABA4-970D112E7F68}">
      <dsp:nvSpPr>
        <dsp:cNvPr id="0" name=""/>
        <dsp:cNvSpPr/>
      </dsp:nvSpPr>
      <dsp:spPr>
        <a:xfrm>
          <a:off x="0" y="1872869"/>
          <a:ext cx="5000124" cy="1708181"/>
        </a:xfrm>
        <a:prstGeom prst="roundRect">
          <a:avLst/>
        </a:prstGeom>
        <a:gradFill rotWithShape="0">
          <a:gsLst>
            <a:gs pos="0">
              <a:schemeClr val="accent2">
                <a:hueOff val="2340759"/>
                <a:satOff val="-2919"/>
                <a:lumOff val="686"/>
                <a:alphaOff val="0"/>
                <a:tint val="100000"/>
                <a:shade val="100000"/>
                <a:satMod val="130000"/>
              </a:schemeClr>
            </a:gs>
            <a:gs pos="100000">
              <a:schemeClr val="accent2">
                <a:hueOff val="2340759"/>
                <a:satOff val="-2919"/>
                <a:lumOff val="68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Consiglio d'Europa</a:t>
          </a:r>
        </a:p>
      </dsp:txBody>
      <dsp:txXfrm>
        <a:off x="83387" y="1956256"/>
        <a:ext cx="4833350" cy="1541407"/>
      </dsp:txXfrm>
    </dsp:sp>
    <dsp:sp modelId="{14AF952C-A9ED-4D51-B253-550D9F9633A4}">
      <dsp:nvSpPr>
        <dsp:cNvPr id="0" name=""/>
        <dsp:cNvSpPr/>
      </dsp:nvSpPr>
      <dsp:spPr>
        <a:xfrm>
          <a:off x="0" y="3704890"/>
          <a:ext cx="5000124" cy="1708181"/>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Commissione Europea.</a:t>
          </a:r>
        </a:p>
      </dsp:txBody>
      <dsp:txXfrm>
        <a:off x="83387" y="3788277"/>
        <a:ext cx="4833350" cy="154140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DFC83A-F4CD-44F0-9239-870659012FF5}">
      <dsp:nvSpPr>
        <dsp:cNvPr id="0" name=""/>
        <dsp:cNvSpPr/>
      </dsp:nvSpPr>
      <dsp:spPr>
        <a:xfrm>
          <a:off x="0" y="418639"/>
          <a:ext cx="5000124" cy="222768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l" defTabSz="2489200">
            <a:lnSpc>
              <a:spcPct val="90000"/>
            </a:lnSpc>
            <a:spcBef>
              <a:spcPct val="0"/>
            </a:spcBef>
            <a:spcAft>
              <a:spcPct val="35000"/>
            </a:spcAft>
            <a:buNone/>
          </a:pPr>
          <a:r>
            <a:rPr lang="en-US" sz="5600" kern="1200"/>
            <a:t>Fondamentale ma sfidante.</a:t>
          </a:r>
        </a:p>
      </dsp:txBody>
      <dsp:txXfrm>
        <a:off x="108746" y="527385"/>
        <a:ext cx="4782632" cy="2010188"/>
      </dsp:txXfrm>
    </dsp:sp>
    <dsp:sp modelId="{D6AF4296-20B4-490E-A085-3E4D5637B6FF}">
      <dsp:nvSpPr>
        <dsp:cNvPr id="0" name=""/>
        <dsp:cNvSpPr/>
      </dsp:nvSpPr>
      <dsp:spPr>
        <a:xfrm>
          <a:off x="0" y="2807599"/>
          <a:ext cx="5000124" cy="2227680"/>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l" defTabSz="2489200">
            <a:lnSpc>
              <a:spcPct val="90000"/>
            </a:lnSpc>
            <a:spcBef>
              <a:spcPct val="0"/>
            </a:spcBef>
            <a:spcAft>
              <a:spcPct val="35000"/>
            </a:spcAft>
            <a:buNone/>
          </a:pPr>
          <a:r>
            <a:rPr lang="en-US" sz="5600" kern="1200"/>
            <a:t>Serve impegno costante.</a:t>
          </a:r>
        </a:p>
      </dsp:txBody>
      <dsp:txXfrm>
        <a:off x="108746" y="2916345"/>
        <a:ext cx="4782632" cy="201018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63FB47-A595-4BDB-9136-2CCB4C191DFD}">
      <dsp:nvSpPr>
        <dsp:cNvPr id="0" name=""/>
        <dsp:cNvSpPr/>
      </dsp:nvSpPr>
      <dsp:spPr>
        <a:xfrm>
          <a:off x="0" y="0"/>
          <a:ext cx="5000124" cy="0"/>
        </a:xfrm>
        <a:prstGeom prst="line">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BFD659C-6DA2-4664-8918-323039348633}">
      <dsp:nvSpPr>
        <dsp:cNvPr id="0" name=""/>
        <dsp:cNvSpPr/>
      </dsp:nvSpPr>
      <dsp:spPr>
        <a:xfrm>
          <a:off x="0" y="0"/>
          <a:ext cx="5000124"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en-US" sz="5500" kern="1200"/>
            <a:t>Compensare barriere sistemiche</a:t>
          </a:r>
        </a:p>
      </dsp:txBody>
      <dsp:txXfrm>
        <a:off x="0" y="0"/>
        <a:ext cx="5000124" cy="2726960"/>
      </dsp:txXfrm>
    </dsp:sp>
    <dsp:sp modelId="{CCDDF593-B156-48B3-B877-1637C164D740}">
      <dsp:nvSpPr>
        <dsp:cNvPr id="0" name=""/>
        <dsp:cNvSpPr/>
      </dsp:nvSpPr>
      <dsp:spPr>
        <a:xfrm>
          <a:off x="0" y="2726960"/>
          <a:ext cx="5000124"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FC0A8E9-0927-4FD4-968E-34893C382F55}">
      <dsp:nvSpPr>
        <dsp:cNvPr id="0" name=""/>
        <dsp:cNvSpPr/>
      </dsp:nvSpPr>
      <dsp:spPr>
        <a:xfrm>
          <a:off x="0" y="2726960"/>
          <a:ext cx="5000124"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en-US" sz="5500" kern="1200"/>
            <a:t>Favorire cambiamento culturale.</a:t>
          </a:r>
        </a:p>
      </dsp:txBody>
      <dsp:txXfrm>
        <a:off x="0" y="2726960"/>
        <a:ext cx="5000124" cy="272696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5F3DE6-BDDD-4873-B630-27225874FFEB}">
      <dsp:nvSpPr>
        <dsp:cNvPr id="0" name=""/>
        <dsp:cNvSpPr/>
      </dsp:nvSpPr>
      <dsp:spPr>
        <a:xfrm>
          <a:off x="0" y="501079"/>
          <a:ext cx="5000124" cy="214812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US" sz="5400" kern="1200"/>
            <a:t>Norvegia: 40% donne nei CDA.</a:t>
          </a:r>
        </a:p>
      </dsp:txBody>
      <dsp:txXfrm>
        <a:off x="104863" y="605942"/>
        <a:ext cx="4790398" cy="1938394"/>
      </dsp:txXfrm>
    </dsp:sp>
    <dsp:sp modelId="{AC824217-BB29-4A19-A24C-4A4D91AA8C4C}">
      <dsp:nvSpPr>
        <dsp:cNvPr id="0" name=""/>
        <dsp:cNvSpPr/>
      </dsp:nvSpPr>
      <dsp:spPr>
        <a:xfrm>
          <a:off x="0" y="2804720"/>
          <a:ext cx="5000124" cy="2148120"/>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US" sz="5400" kern="1200"/>
            <a:t>Governance più inclusiva.</a:t>
          </a:r>
        </a:p>
      </dsp:txBody>
      <dsp:txXfrm>
        <a:off x="104863" y="2909583"/>
        <a:ext cx="4790398" cy="193839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49FFE1-FD28-4F9C-98E7-6B7584B095AE}">
      <dsp:nvSpPr>
        <dsp:cNvPr id="0" name=""/>
        <dsp:cNvSpPr/>
      </dsp:nvSpPr>
      <dsp:spPr>
        <a:xfrm>
          <a:off x="0" y="294980"/>
          <a:ext cx="5000124" cy="2347019"/>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l" defTabSz="2622550">
            <a:lnSpc>
              <a:spcPct val="90000"/>
            </a:lnSpc>
            <a:spcBef>
              <a:spcPct val="0"/>
            </a:spcBef>
            <a:spcAft>
              <a:spcPct val="35000"/>
            </a:spcAft>
            <a:buNone/>
          </a:pPr>
          <a:r>
            <a:rPr lang="en-US" sz="5900" kern="1200"/>
            <a:t>Rischio di tokenismo</a:t>
          </a:r>
        </a:p>
      </dsp:txBody>
      <dsp:txXfrm>
        <a:off x="114572" y="409552"/>
        <a:ext cx="4770980" cy="2117875"/>
      </dsp:txXfrm>
    </dsp:sp>
    <dsp:sp modelId="{29249C80-FACC-41D6-930A-1C694DB023FA}">
      <dsp:nvSpPr>
        <dsp:cNvPr id="0" name=""/>
        <dsp:cNvSpPr/>
      </dsp:nvSpPr>
      <dsp:spPr>
        <a:xfrm>
          <a:off x="0" y="2811920"/>
          <a:ext cx="5000124" cy="2347019"/>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l" defTabSz="2622550">
            <a:lnSpc>
              <a:spcPct val="90000"/>
            </a:lnSpc>
            <a:spcBef>
              <a:spcPct val="0"/>
            </a:spcBef>
            <a:spcAft>
              <a:spcPct val="35000"/>
            </a:spcAft>
            <a:buNone/>
          </a:pPr>
          <a:r>
            <a:rPr lang="en-US" sz="5900" kern="1200"/>
            <a:t>Dibattito meritocratico.</a:t>
          </a:r>
        </a:p>
      </dsp:txBody>
      <dsp:txXfrm>
        <a:off x="114572" y="2926492"/>
        <a:ext cx="4770980" cy="2117875"/>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DC606-43F4-4D13-BDE4-10176FD48A52}">
      <dsp:nvSpPr>
        <dsp:cNvPr id="0" name=""/>
        <dsp:cNvSpPr/>
      </dsp:nvSpPr>
      <dsp:spPr>
        <a:xfrm>
          <a:off x="0" y="30070"/>
          <a:ext cx="5000124" cy="2629209"/>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Nord Europa: sostegno ampio</a:t>
          </a:r>
        </a:p>
      </dsp:txBody>
      <dsp:txXfrm>
        <a:off x="128347" y="158417"/>
        <a:ext cx="4743430" cy="2372515"/>
      </dsp:txXfrm>
    </dsp:sp>
    <dsp:sp modelId="{2AAEEF49-919E-4ED5-8CC4-666CFA0082D0}">
      <dsp:nvSpPr>
        <dsp:cNvPr id="0" name=""/>
        <dsp:cNvSpPr/>
      </dsp:nvSpPr>
      <dsp:spPr>
        <a:xfrm>
          <a:off x="0" y="2794640"/>
          <a:ext cx="5000124" cy="2629209"/>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Sud Europa: dibattito polarizzato.</a:t>
          </a:r>
        </a:p>
      </dsp:txBody>
      <dsp:txXfrm>
        <a:off x="128347" y="2922987"/>
        <a:ext cx="4743430" cy="237251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DE5AF4-F795-486B-AE59-B40BC0F7A55D}">
      <dsp:nvSpPr>
        <dsp:cNvPr id="0" name=""/>
        <dsp:cNvSpPr/>
      </dsp:nvSpPr>
      <dsp:spPr>
        <a:xfrm>
          <a:off x="0" y="212539"/>
          <a:ext cx="5000124" cy="242658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32410" tIns="232410" rIns="232410" bIns="232410" numCol="1" spcCol="1270" anchor="ctr" anchorCtr="0">
          <a:noAutofit/>
        </a:bodyPr>
        <a:lstStyle/>
        <a:p>
          <a:pPr marL="0" lvl="0" indent="0" algn="l" defTabSz="2711450">
            <a:lnSpc>
              <a:spcPct val="90000"/>
            </a:lnSpc>
            <a:spcBef>
              <a:spcPct val="0"/>
            </a:spcBef>
            <a:spcAft>
              <a:spcPct val="35000"/>
            </a:spcAft>
            <a:buNone/>
          </a:pPr>
          <a:r>
            <a:rPr lang="en-US" sz="6100" kern="1200"/>
            <a:t>Approccio trasformativo</a:t>
          </a:r>
        </a:p>
      </dsp:txBody>
      <dsp:txXfrm>
        <a:off x="118456" y="330995"/>
        <a:ext cx="4763212" cy="2189668"/>
      </dsp:txXfrm>
    </dsp:sp>
    <dsp:sp modelId="{375FE97D-7C21-42A7-B401-599563CB1D6E}">
      <dsp:nvSpPr>
        <dsp:cNvPr id="0" name=""/>
        <dsp:cNvSpPr/>
      </dsp:nvSpPr>
      <dsp:spPr>
        <a:xfrm>
          <a:off x="0" y="2814799"/>
          <a:ext cx="5000124" cy="2426580"/>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32410" tIns="232410" rIns="232410" bIns="232410" numCol="1" spcCol="1270" anchor="ctr" anchorCtr="0">
          <a:noAutofit/>
        </a:bodyPr>
        <a:lstStyle/>
        <a:p>
          <a:pPr marL="0" lvl="0" indent="0" algn="l" defTabSz="2711450">
            <a:lnSpc>
              <a:spcPct val="90000"/>
            </a:lnSpc>
            <a:spcBef>
              <a:spcPct val="0"/>
            </a:spcBef>
            <a:spcAft>
              <a:spcPct val="35000"/>
            </a:spcAft>
            <a:buNone/>
          </a:pPr>
          <a:r>
            <a:rPr lang="en-US" sz="6100" kern="1200"/>
            <a:t>Soft skills valorizzate.</a:t>
          </a:r>
        </a:p>
      </dsp:txBody>
      <dsp:txXfrm>
        <a:off x="118456" y="2933255"/>
        <a:ext cx="4763212" cy="2189668"/>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21A0EC-63C6-4126-8342-0013198A2EA5}">
      <dsp:nvSpPr>
        <dsp:cNvPr id="0" name=""/>
        <dsp:cNvSpPr/>
      </dsp:nvSpPr>
      <dsp:spPr>
        <a:xfrm>
          <a:off x="0" y="624740"/>
          <a:ext cx="5000124" cy="202878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en-US" sz="5100" kern="1200"/>
            <a:t>Strumento, non fine.</a:t>
          </a:r>
        </a:p>
      </dsp:txBody>
      <dsp:txXfrm>
        <a:off x="99037" y="723777"/>
        <a:ext cx="4802050" cy="1830706"/>
      </dsp:txXfrm>
    </dsp:sp>
    <dsp:sp modelId="{DEEAD3F0-808B-4CF7-8E23-4F2584D3DCF0}">
      <dsp:nvSpPr>
        <dsp:cNvPr id="0" name=""/>
        <dsp:cNvSpPr/>
      </dsp:nvSpPr>
      <dsp:spPr>
        <a:xfrm>
          <a:off x="0" y="2800400"/>
          <a:ext cx="5000124" cy="2028780"/>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l" defTabSz="2266950">
            <a:lnSpc>
              <a:spcPct val="90000"/>
            </a:lnSpc>
            <a:spcBef>
              <a:spcPct val="0"/>
            </a:spcBef>
            <a:spcAft>
              <a:spcPct val="35000"/>
            </a:spcAft>
            <a:buNone/>
          </a:pPr>
          <a:r>
            <a:rPr lang="en-US" sz="5100" kern="1200"/>
            <a:t>Serve leadership equa e inclusiva.</a:t>
          </a:r>
        </a:p>
      </dsp:txBody>
      <dsp:txXfrm>
        <a:off x="99037" y="2899437"/>
        <a:ext cx="4802050" cy="183070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4009B0-ACAD-4047-B59E-EE378219F711}">
      <dsp:nvSpPr>
        <dsp:cNvPr id="0" name=""/>
        <dsp:cNvSpPr/>
      </dsp:nvSpPr>
      <dsp:spPr>
        <a:xfrm>
          <a:off x="0" y="2726960"/>
          <a:ext cx="5000124" cy="0"/>
        </a:xfrm>
        <a:prstGeom prst="line">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tailEnd type="triangle" w="lg" len="lg"/>
        </a:ln>
        <a:effectLst/>
      </dsp:spPr>
      <dsp:style>
        <a:lnRef idx="1">
          <a:scrgbClr r="0" g="0" b="0"/>
        </a:lnRef>
        <a:fillRef idx="1">
          <a:scrgbClr r="0" g="0" b="0"/>
        </a:fillRef>
        <a:effectRef idx="0">
          <a:scrgbClr r="0" g="0" b="0"/>
        </a:effectRef>
        <a:fontRef idx="minor"/>
      </dsp:style>
    </dsp:sp>
    <dsp:sp modelId="{D00E2A74-471D-413C-A896-C940E4C68608}">
      <dsp:nvSpPr>
        <dsp:cNvPr id="0" name=""/>
        <dsp:cNvSpPr/>
      </dsp:nvSpPr>
      <dsp:spPr>
        <a:xfrm rot="8100000">
          <a:off x="77046" y="644854"/>
          <a:ext cx="368282" cy="368282"/>
        </a:xfrm>
        <a:prstGeom prst="teardrop">
          <a:avLst>
            <a:gd name="adj" fmla="val 115000"/>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8F1B2CF-F60B-4A75-81B3-B22ABF00FCCC}">
      <dsp:nvSpPr>
        <dsp:cNvPr id="0" name=""/>
        <dsp:cNvSpPr/>
      </dsp:nvSpPr>
      <dsp:spPr>
        <a:xfrm>
          <a:off x="117959" y="685767"/>
          <a:ext cx="286456" cy="286456"/>
        </a:xfrm>
        <a:prstGeom prst="ellipse">
          <a:avLst/>
        </a:prstGeom>
        <a:solidFill>
          <a:schemeClr val="lt1">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sp>
    <dsp:sp modelId="{81230A83-5AE1-4A83-94C3-20B8B1305987}">
      <dsp:nvSpPr>
        <dsp:cNvPr id="0" name=""/>
        <dsp:cNvSpPr/>
      </dsp:nvSpPr>
      <dsp:spPr>
        <a:xfrm>
          <a:off x="521602" y="1112599"/>
          <a:ext cx="1668783" cy="1614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0" bIns="142875" numCol="1" spcCol="1270" anchor="t" anchorCtr="0">
          <a:noAutofit/>
        </a:bodyPr>
        <a:lstStyle/>
        <a:p>
          <a:pPr marL="0" lvl="0" indent="0" algn="l" defTabSz="666750">
            <a:lnSpc>
              <a:spcPct val="90000"/>
            </a:lnSpc>
            <a:spcBef>
              <a:spcPct val="0"/>
            </a:spcBef>
            <a:spcAft>
              <a:spcPct val="35000"/>
            </a:spcAft>
            <a:buNone/>
          </a:pPr>
          <a:r>
            <a:rPr lang="en-US" sz="1500" kern="1200"/>
            <a:t>CEDAW 1979</a:t>
          </a:r>
        </a:p>
      </dsp:txBody>
      <dsp:txXfrm>
        <a:off x="521602" y="1112599"/>
        <a:ext cx="1668783" cy="1614360"/>
      </dsp:txXfrm>
    </dsp:sp>
    <dsp:sp modelId="{FAB60001-4105-4308-85AA-7226244EDF08}">
      <dsp:nvSpPr>
        <dsp:cNvPr id="0" name=""/>
        <dsp:cNvSpPr/>
      </dsp:nvSpPr>
      <dsp:spPr>
        <a:xfrm>
          <a:off x="521602" y="545391"/>
          <a:ext cx="1668783" cy="5672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1979</a:t>
          </a:r>
        </a:p>
      </dsp:txBody>
      <dsp:txXfrm>
        <a:off x="521602" y="545391"/>
        <a:ext cx="1668783" cy="567207"/>
      </dsp:txXfrm>
    </dsp:sp>
    <dsp:sp modelId="{1EEA7EDB-7A26-4F44-9987-03B3A5A7B02C}">
      <dsp:nvSpPr>
        <dsp:cNvPr id="0" name=""/>
        <dsp:cNvSpPr/>
      </dsp:nvSpPr>
      <dsp:spPr>
        <a:xfrm>
          <a:off x="261187" y="1112599"/>
          <a:ext cx="0" cy="1614360"/>
        </a:xfrm>
        <a:prstGeom prst="line">
          <a:avLst/>
        </a:prstGeom>
        <a:noFill/>
        <a:ln w="12700" cap="flat" cmpd="sng" algn="ctr">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545F4A0D-C467-44C3-8C1D-6886760F8C53}">
      <dsp:nvSpPr>
        <dsp:cNvPr id="0" name=""/>
        <dsp:cNvSpPr/>
      </dsp:nvSpPr>
      <dsp:spPr>
        <a:xfrm>
          <a:off x="237501" y="2675911"/>
          <a:ext cx="93749" cy="102097"/>
        </a:xfrm>
        <a:prstGeom prst="ellipse">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B867FB8-F189-416B-8281-41E9ED26BAA3}">
      <dsp:nvSpPr>
        <dsp:cNvPr id="0" name=""/>
        <dsp:cNvSpPr/>
      </dsp:nvSpPr>
      <dsp:spPr>
        <a:xfrm rot="18900000">
          <a:off x="2886011" y="4440782"/>
          <a:ext cx="368282" cy="368282"/>
        </a:xfrm>
        <a:prstGeom prst="teardrop">
          <a:avLst>
            <a:gd name="adj" fmla="val 115000"/>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w="9525" cap="flat" cmpd="sng" algn="ctr">
          <a:solidFill>
            <a:schemeClr val="accent5">
              <a:hueOff val="-9933876"/>
              <a:satOff val="39811"/>
              <a:lumOff val="8628"/>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7B02955-E81D-4C3D-97A6-E06AFB76512C}">
      <dsp:nvSpPr>
        <dsp:cNvPr id="0" name=""/>
        <dsp:cNvSpPr/>
      </dsp:nvSpPr>
      <dsp:spPr>
        <a:xfrm>
          <a:off x="2926924" y="4481695"/>
          <a:ext cx="286456" cy="286456"/>
        </a:xfrm>
        <a:prstGeom prst="ellipse">
          <a:avLst/>
        </a:prstGeom>
        <a:solidFill>
          <a:schemeClr val="lt1">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sp>
    <dsp:sp modelId="{A61491E3-16C3-411C-B87C-E0DE0CC77427}">
      <dsp:nvSpPr>
        <dsp:cNvPr id="0" name=""/>
        <dsp:cNvSpPr/>
      </dsp:nvSpPr>
      <dsp:spPr>
        <a:xfrm>
          <a:off x="3330568" y="2726960"/>
          <a:ext cx="1668783" cy="1614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95250" bIns="95250" numCol="1" spcCol="1270" anchor="b" anchorCtr="0">
          <a:noAutofit/>
        </a:bodyPr>
        <a:lstStyle/>
        <a:p>
          <a:pPr marL="0" lvl="0" indent="0" algn="l" defTabSz="666750">
            <a:lnSpc>
              <a:spcPct val="90000"/>
            </a:lnSpc>
            <a:spcBef>
              <a:spcPct val="0"/>
            </a:spcBef>
            <a:spcAft>
              <a:spcPct val="35000"/>
            </a:spcAft>
            <a:buNone/>
          </a:pPr>
          <a:r>
            <a:rPr lang="en-US" sz="1500" kern="1200"/>
            <a:t>Convenzione di Istanbul 2011.</a:t>
          </a:r>
        </a:p>
      </dsp:txBody>
      <dsp:txXfrm>
        <a:off x="3330568" y="2726960"/>
        <a:ext cx="1668783" cy="1614360"/>
      </dsp:txXfrm>
    </dsp:sp>
    <dsp:sp modelId="{C34621D4-C49D-47F5-8EC5-FA86F2005534}">
      <dsp:nvSpPr>
        <dsp:cNvPr id="0" name=""/>
        <dsp:cNvSpPr/>
      </dsp:nvSpPr>
      <dsp:spPr>
        <a:xfrm>
          <a:off x="3330568" y="4341320"/>
          <a:ext cx="1668783" cy="5672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2011</a:t>
          </a:r>
        </a:p>
      </dsp:txBody>
      <dsp:txXfrm>
        <a:off x="3330568" y="4341320"/>
        <a:ext cx="1668783" cy="567207"/>
      </dsp:txXfrm>
    </dsp:sp>
    <dsp:sp modelId="{5C5E2105-7C78-403C-8E13-D5CD589CB0CD}">
      <dsp:nvSpPr>
        <dsp:cNvPr id="0" name=""/>
        <dsp:cNvSpPr/>
      </dsp:nvSpPr>
      <dsp:spPr>
        <a:xfrm>
          <a:off x="3070152" y="2726960"/>
          <a:ext cx="0" cy="1614360"/>
        </a:xfrm>
        <a:prstGeom prst="line">
          <a:avLst/>
        </a:prstGeom>
        <a:noFill/>
        <a:ln w="12700" cap="flat" cmpd="sng" algn="ctr">
          <a:solidFill>
            <a:schemeClr val="accent5">
              <a:hueOff val="-9933876"/>
              <a:satOff val="39811"/>
              <a:lumOff val="8628"/>
              <a:alphaOff val="0"/>
            </a:schemeClr>
          </a:solidFill>
          <a:prstDash val="dash"/>
        </a:ln>
        <a:effectLst/>
      </dsp:spPr>
      <dsp:style>
        <a:lnRef idx="1">
          <a:scrgbClr r="0" g="0" b="0"/>
        </a:lnRef>
        <a:fillRef idx="0">
          <a:scrgbClr r="0" g="0" b="0"/>
        </a:fillRef>
        <a:effectRef idx="0">
          <a:scrgbClr r="0" g="0" b="0"/>
        </a:effectRef>
        <a:fontRef idx="minor"/>
      </dsp:style>
    </dsp:sp>
    <dsp:sp modelId="{C226D50A-2E83-46D4-A8CA-7F0202E6DF85}">
      <dsp:nvSpPr>
        <dsp:cNvPr id="0" name=""/>
        <dsp:cNvSpPr/>
      </dsp:nvSpPr>
      <dsp:spPr>
        <a:xfrm>
          <a:off x="3046466" y="2675911"/>
          <a:ext cx="93749" cy="102097"/>
        </a:xfrm>
        <a:prstGeom prst="ellipse">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1AE1AB-7F73-4736-96CD-71AC4029B34B}">
      <dsp:nvSpPr>
        <dsp:cNvPr id="0" name=""/>
        <dsp:cNvSpPr/>
      </dsp:nvSpPr>
      <dsp:spPr>
        <a:xfrm>
          <a:off x="2280144" y="1185451"/>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228553"/>
        <a:ext cx="26172" cy="5234"/>
      </dsp:txXfrm>
    </dsp:sp>
    <dsp:sp modelId="{63F6ED90-01D0-475B-873E-57F7A15CA20D}">
      <dsp:nvSpPr>
        <dsp:cNvPr id="0" name=""/>
        <dsp:cNvSpPr/>
      </dsp:nvSpPr>
      <dsp:spPr>
        <a:xfrm>
          <a:off x="6045" y="548401"/>
          <a:ext cx="2275898" cy="1365538"/>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Trattato del Consiglio d'Europa contro la violenza sulle donne e la violenza domestica.</a:t>
          </a:r>
        </a:p>
      </dsp:txBody>
      <dsp:txXfrm>
        <a:off x="6045" y="548401"/>
        <a:ext cx="2275898" cy="1365538"/>
      </dsp:txXfrm>
    </dsp:sp>
    <dsp:sp modelId="{34A850E4-E340-40D5-B57E-14C01844E5FE}">
      <dsp:nvSpPr>
        <dsp:cNvPr id="0" name=""/>
        <dsp:cNvSpPr/>
      </dsp:nvSpPr>
      <dsp:spPr>
        <a:xfrm>
          <a:off x="5079499" y="1185451"/>
          <a:ext cx="492856" cy="91440"/>
        </a:xfrm>
        <a:custGeom>
          <a:avLst/>
          <a:gdLst/>
          <a:ahLst/>
          <a:cxnLst/>
          <a:rect l="0" t="0" r="0" b="0"/>
          <a:pathLst>
            <a:path>
              <a:moveTo>
                <a:pt x="0" y="45720"/>
              </a:moveTo>
              <a:lnTo>
                <a:pt x="492856" y="45720"/>
              </a:lnTo>
            </a:path>
          </a:pathLst>
        </a:custGeom>
        <a:noFill/>
        <a:ln w="9525" cap="flat" cmpd="sng" algn="ctr">
          <a:solidFill>
            <a:schemeClr val="accent2">
              <a:hueOff val="1170380"/>
              <a:satOff val="-1460"/>
              <a:lumOff val="34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228553"/>
        <a:ext cx="26172" cy="5234"/>
      </dsp:txXfrm>
    </dsp:sp>
    <dsp:sp modelId="{E2BD64D5-F77A-4B48-AD83-2F0C1330C988}">
      <dsp:nvSpPr>
        <dsp:cNvPr id="0" name=""/>
        <dsp:cNvSpPr/>
      </dsp:nvSpPr>
      <dsp:spPr>
        <a:xfrm>
          <a:off x="2805400" y="548401"/>
          <a:ext cx="2275898" cy="1365538"/>
        </a:xfrm>
        <a:prstGeom prst="rect">
          <a:avLst/>
        </a:prstGeom>
        <a:gradFill rotWithShape="0">
          <a:gsLst>
            <a:gs pos="0">
              <a:schemeClr val="accent2">
                <a:hueOff val="936304"/>
                <a:satOff val="-1168"/>
                <a:lumOff val="275"/>
                <a:alphaOff val="0"/>
                <a:tint val="100000"/>
                <a:shade val="100000"/>
                <a:satMod val="130000"/>
              </a:schemeClr>
            </a:gs>
            <a:gs pos="100000">
              <a:schemeClr val="accent2">
                <a:hueOff val="936304"/>
                <a:satOff val="-1168"/>
                <a:lumOff val="275"/>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Adottata a Istanbul l'11 maggio 2011, in vigore dal 2014.</a:t>
          </a:r>
        </a:p>
      </dsp:txBody>
      <dsp:txXfrm>
        <a:off x="2805400" y="548401"/>
        <a:ext cx="2275898" cy="1365538"/>
      </dsp:txXfrm>
    </dsp:sp>
    <dsp:sp modelId="{81F2AC51-E608-488C-AB88-62ED01ABF0E7}">
      <dsp:nvSpPr>
        <dsp:cNvPr id="0" name=""/>
        <dsp:cNvSpPr/>
      </dsp:nvSpPr>
      <dsp:spPr>
        <a:xfrm>
          <a:off x="1143995" y="1912140"/>
          <a:ext cx="5598709" cy="492856"/>
        </a:xfrm>
        <a:custGeom>
          <a:avLst/>
          <a:gdLst/>
          <a:ahLst/>
          <a:cxnLst/>
          <a:rect l="0" t="0" r="0" b="0"/>
          <a:pathLst>
            <a:path>
              <a:moveTo>
                <a:pt x="5598709" y="0"/>
              </a:moveTo>
              <a:lnTo>
                <a:pt x="5598709" y="263528"/>
              </a:lnTo>
              <a:lnTo>
                <a:pt x="0" y="263528"/>
              </a:lnTo>
              <a:lnTo>
                <a:pt x="0" y="492856"/>
              </a:lnTo>
            </a:path>
          </a:pathLst>
        </a:custGeom>
        <a:noFill/>
        <a:ln w="9525" cap="flat" cmpd="sng" algn="ctr">
          <a:solidFill>
            <a:schemeClr val="accent2">
              <a:hueOff val="2340759"/>
              <a:satOff val="-2919"/>
              <a:lumOff val="68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2155951"/>
        <a:ext cx="281156" cy="5234"/>
      </dsp:txXfrm>
    </dsp:sp>
    <dsp:sp modelId="{D777BE30-469F-4C71-B1CA-BF669C7916F2}">
      <dsp:nvSpPr>
        <dsp:cNvPr id="0" name=""/>
        <dsp:cNvSpPr/>
      </dsp:nvSpPr>
      <dsp:spPr>
        <a:xfrm>
          <a:off x="5604755" y="548401"/>
          <a:ext cx="2275898" cy="1365538"/>
        </a:xfrm>
        <a:prstGeom prst="rect">
          <a:avLst/>
        </a:prstGeom>
        <a:gradFill rotWithShape="0">
          <a:gsLst>
            <a:gs pos="0">
              <a:schemeClr val="accent2">
                <a:hueOff val="1872608"/>
                <a:satOff val="-2336"/>
                <a:lumOff val="549"/>
                <a:alphaOff val="0"/>
                <a:tint val="100000"/>
                <a:shade val="100000"/>
                <a:satMod val="130000"/>
              </a:schemeClr>
            </a:gs>
            <a:gs pos="100000">
              <a:schemeClr val="accent2">
                <a:hueOff val="1872608"/>
                <a:satOff val="-2336"/>
                <a:lumOff val="549"/>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Definisce la violenza di genere come violazione dei diritti umani.</a:t>
          </a:r>
        </a:p>
      </dsp:txBody>
      <dsp:txXfrm>
        <a:off x="5604755" y="548401"/>
        <a:ext cx="2275898" cy="1365538"/>
      </dsp:txXfrm>
    </dsp:sp>
    <dsp:sp modelId="{3F636D34-A58C-4C19-A0B0-B377116E5472}">
      <dsp:nvSpPr>
        <dsp:cNvPr id="0" name=""/>
        <dsp:cNvSpPr/>
      </dsp:nvSpPr>
      <dsp:spPr>
        <a:xfrm>
          <a:off x="2280144" y="3074446"/>
          <a:ext cx="492856" cy="91440"/>
        </a:xfrm>
        <a:custGeom>
          <a:avLst/>
          <a:gdLst/>
          <a:ahLst/>
          <a:cxnLst/>
          <a:rect l="0" t="0" r="0" b="0"/>
          <a:pathLst>
            <a:path>
              <a:moveTo>
                <a:pt x="0" y="45720"/>
              </a:moveTo>
              <a:lnTo>
                <a:pt x="492856" y="45720"/>
              </a:lnTo>
            </a:path>
          </a:pathLst>
        </a:custGeom>
        <a:noFill/>
        <a:ln w="9525" cap="flat" cmpd="sng" algn="ctr">
          <a:solidFill>
            <a:schemeClr val="accent2">
              <a:hueOff val="3511139"/>
              <a:satOff val="-4379"/>
              <a:lumOff val="103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3117549"/>
        <a:ext cx="26172" cy="5234"/>
      </dsp:txXfrm>
    </dsp:sp>
    <dsp:sp modelId="{FF0AB162-F074-4D91-9311-B045360171A2}">
      <dsp:nvSpPr>
        <dsp:cNvPr id="0" name=""/>
        <dsp:cNvSpPr/>
      </dsp:nvSpPr>
      <dsp:spPr>
        <a:xfrm>
          <a:off x="6045" y="2437397"/>
          <a:ext cx="2275898" cy="1365538"/>
        </a:xfrm>
        <a:prstGeom prst="rect">
          <a:avLst/>
        </a:prstGeom>
        <a:gradFill rotWithShape="0">
          <a:gsLst>
            <a:gs pos="0">
              <a:schemeClr val="accent2">
                <a:hueOff val="2808911"/>
                <a:satOff val="-3503"/>
                <a:lumOff val="824"/>
                <a:alphaOff val="0"/>
                <a:tint val="100000"/>
                <a:shade val="100000"/>
                <a:satMod val="130000"/>
              </a:schemeClr>
            </a:gs>
            <a:gs pos="100000">
              <a:schemeClr val="accent2">
                <a:hueOff val="2808911"/>
                <a:satOff val="-3503"/>
                <a:lumOff val="82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Obbliga gli Stati a prevenire, proteggere, perseguire e adottare politiche integrate.</a:t>
          </a:r>
        </a:p>
      </dsp:txBody>
      <dsp:txXfrm>
        <a:off x="6045" y="2437397"/>
        <a:ext cx="2275898" cy="1365538"/>
      </dsp:txXfrm>
    </dsp:sp>
    <dsp:sp modelId="{03BBA39B-861C-4E1F-A9D0-2E8B5C965FDD}">
      <dsp:nvSpPr>
        <dsp:cNvPr id="0" name=""/>
        <dsp:cNvSpPr/>
      </dsp:nvSpPr>
      <dsp:spPr>
        <a:xfrm>
          <a:off x="5079499" y="3074446"/>
          <a:ext cx="492856" cy="91440"/>
        </a:xfrm>
        <a:custGeom>
          <a:avLst/>
          <a:gdLst/>
          <a:ahLst/>
          <a:cxnLst/>
          <a:rect l="0" t="0" r="0" b="0"/>
          <a:pathLst>
            <a:path>
              <a:moveTo>
                <a:pt x="0" y="45720"/>
              </a:moveTo>
              <a:lnTo>
                <a:pt x="492856" y="45720"/>
              </a:lnTo>
            </a:path>
          </a:pathLst>
        </a:custGeom>
        <a:noFill/>
        <a:ln w="9525" cap="flat" cmpd="sng" algn="ctr">
          <a:solidFill>
            <a:schemeClr val="accent2">
              <a:hueOff val="4681519"/>
              <a:satOff val="-5839"/>
              <a:lumOff val="137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3117549"/>
        <a:ext cx="26172" cy="5234"/>
      </dsp:txXfrm>
    </dsp:sp>
    <dsp:sp modelId="{C838E48E-27A1-4531-8A52-E2E9ABFF28F0}">
      <dsp:nvSpPr>
        <dsp:cNvPr id="0" name=""/>
        <dsp:cNvSpPr/>
      </dsp:nvSpPr>
      <dsp:spPr>
        <a:xfrm>
          <a:off x="2805400" y="2437397"/>
          <a:ext cx="2275898" cy="1365538"/>
        </a:xfrm>
        <a:prstGeom prst="rect">
          <a:avLst/>
        </a:prstGeom>
        <a:gradFill rotWithShape="0">
          <a:gsLst>
            <a:gs pos="0">
              <a:schemeClr val="accent2">
                <a:hueOff val="3745215"/>
                <a:satOff val="-4671"/>
                <a:lumOff val="1098"/>
                <a:alphaOff val="0"/>
                <a:tint val="100000"/>
                <a:shade val="100000"/>
                <a:satMod val="130000"/>
              </a:schemeClr>
            </a:gs>
            <a:gs pos="100000">
              <a:schemeClr val="accent2">
                <a:hueOff val="3745215"/>
                <a:satOff val="-4671"/>
                <a:lumOff val="109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Introduce standard legali vincolanti a livello europeo.</a:t>
          </a:r>
        </a:p>
      </dsp:txBody>
      <dsp:txXfrm>
        <a:off x="2805400" y="2437397"/>
        <a:ext cx="2275898" cy="1365538"/>
      </dsp:txXfrm>
    </dsp:sp>
    <dsp:sp modelId="{99897FD6-D848-4E8F-A6FE-BFA360239603}">
      <dsp:nvSpPr>
        <dsp:cNvPr id="0" name=""/>
        <dsp:cNvSpPr/>
      </dsp:nvSpPr>
      <dsp:spPr>
        <a:xfrm>
          <a:off x="5604755" y="2437397"/>
          <a:ext cx="2275898" cy="1365538"/>
        </a:xfrm>
        <a:prstGeom prst="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55650">
            <a:lnSpc>
              <a:spcPct val="90000"/>
            </a:lnSpc>
            <a:spcBef>
              <a:spcPct val="0"/>
            </a:spcBef>
            <a:spcAft>
              <a:spcPct val="35000"/>
            </a:spcAft>
            <a:buNone/>
          </a:pPr>
          <a:r>
            <a:rPr lang="en-US" sz="1700" kern="1200"/>
            <a:t>• Ratificata da oltre 35 Stati (Italia: 2013).</a:t>
          </a:r>
        </a:p>
      </dsp:txBody>
      <dsp:txXfrm>
        <a:off x="5604755" y="2437397"/>
        <a:ext cx="2275898" cy="1365538"/>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D4559C-C302-460C-B28F-4AAB4BF65044}">
      <dsp:nvSpPr>
        <dsp:cNvPr id="0" name=""/>
        <dsp:cNvSpPr/>
      </dsp:nvSpPr>
      <dsp:spPr>
        <a:xfrm>
          <a:off x="0" y="32228"/>
          <a:ext cx="7886700" cy="206856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a:t>Francia: Loi Copé-Zimmermann</a:t>
          </a:r>
        </a:p>
      </dsp:txBody>
      <dsp:txXfrm>
        <a:off x="100979" y="133207"/>
        <a:ext cx="7684742" cy="1866602"/>
      </dsp:txXfrm>
    </dsp:sp>
    <dsp:sp modelId="{509F6D6E-7D77-4187-B894-CA9A4DEF203D}">
      <dsp:nvSpPr>
        <dsp:cNvPr id="0" name=""/>
        <dsp:cNvSpPr/>
      </dsp:nvSpPr>
      <dsp:spPr>
        <a:xfrm>
          <a:off x="0" y="2250549"/>
          <a:ext cx="7886700" cy="206856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a:t>Spagna: Ley Orgánica de Igualdad.</a:t>
          </a:r>
        </a:p>
      </dsp:txBody>
      <dsp:txXfrm>
        <a:off x="100979" y="2351528"/>
        <a:ext cx="7684742" cy="186660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2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p:cNvSpPr>
            <a:spLocks noGrp="1"/>
          </p:cNvSpPr>
          <p:nvPr>
            <p:ph type="title"/>
          </p:nvPr>
        </p:nvSpPr>
        <p:spPr>
          <a:xfrm>
            <a:off x="1799425" y="2073715"/>
            <a:ext cx="5201819" cy="2993042"/>
          </a:xfrm>
        </p:spPr>
        <p:txBody>
          <a:bodyPr vert="horz" lIns="91440" tIns="45720" rIns="91440" bIns="45720" rtlCol="0" anchor="ctr">
            <a:normAutofit/>
          </a:bodyPr>
          <a:lstStyle/>
          <a:p>
            <a:pPr defTabSz="914400">
              <a:lnSpc>
                <a:spcPct val="90000"/>
              </a:lnSpc>
            </a:pPr>
            <a:r>
              <a:rPr lang="en-US" sz="6500" kern="1200">
                <a:solidFill>
                  <a:schemeClr val="bg1"/>
                </a:solidFill>
                <a:latin typeface="+mj-lt"/>
                <a:ea typeface="+mj-ea"/>
                <a:cs typeface="+mj-cs"/>
              </a:rPr>
              <a:t>Politiche e normative di genere</a:t>
            </a:r>
          </a:p>
        </p:txBody>
      </p:sp>
      <p:sp>
        <p:nvSpPr>
          <p:cNvPr id="3" name="Content Placeholder 2"/>
          <p:cNvSpPr>
            <a:spLocks noGrp="1"/>
          </p:cNvSpPr>
          <p:nvPr>
            <p:ph idx="1"/>
          </p:nvPr>
        </p:nvSpPr>
        <p:spPr>
          <a:xfrm>
            <a:off x="1799425" y="1369077"/>
            <a:ext cx="5201819" cy="2201159"/>
          </a:xfrm>
        </p:spPr>
        <p:txBody>
          <a:bodyPr vert="horz" lIns="91440" tIns="45720" rIns="91440" bIns="45720" rtlCol="0">
            <a:normAutofit/>
          </a:bodyPr>
          <a:lstStyle/>
          <a:p>
            <a:pPr marL="0" indent="0" algn="ctr" defTabSz="914400">
              <a:lnSpc>
                <a:spcPct val="90000"/>
              </a:lnSpc>
              <a:spcBef>
                <a:spcPts val="1000"/>
              </a:spcBef>
              <a:buNone/>
            </a:pPr>
            <a:r>
              <a:rPr lang="en-US" sz="1700" kern="1200">
                <a:solidFill>
                  <a:schemeClr val="bg1"/>
                </a:solidFill>
                <a:latin typeface="+mn-lt"/>
                <a:ea typeface="+mn-ea"/>
                <a:cs typeface="+mn-cs"/>
              </a:rPr>
              <a:t>Strumenti, sfide e prospettive.</a:t>
            </a:r>
          </a:p>
        </p:txBody>
      </p:sp>
      <p:sp>
        <p:nvSpPr>
          <p:cNvPr id="10" name="Rectangle 9">
            <a:extLst>
              <a:ext uri="{FF2B5EF4-FFF2-40B4-BE49-F238E27FC236}">
                <a16:creationId xmlns:a16="http://schemas.microsoft.com/office/drawing/2014/main" id="{81BD432D-FAB3-4B5D-BF27-4DA7C75B3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654" y="115193"/>
            <a:ext cx="8954691"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E6D6B450-4278-45B8-88C7-C061710E3C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799424" y="1883640"/>
            <a:ext cx="5201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4234A4C-A256-4139-A5F4-27078F0D67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799424" y="5066757"/>
            <a:ext cx="5201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77DDF5-6C93-7B2C-A25F-78ADF9B4A21D}"/>
              </a:ext>
            </a:extLst>
          </p:cNvPr>
          <p:cNvPicPr>
            <a:picLocks noChangeAspect="1"/>
          </p:cNvPicPr>
          <p:nvPr/>
        </p:nvPicPr>
        <p:blipFill>
          <a:blip r:embed="rId2">
            <a:duotone>
              <a:schemeClr val="bg2">
                <a:shade val="45000"/>
                <a:satMod val="135000"/>
              </a:schemeClr>
              <a:prstClr val="white"/>
            </a:duotone>
          </a:blip>
          <a:srcRect r="10999" b="-1"/>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t>Obiettivi della lezione</a:t>
            </a:r>
          </a:p>
        </p:txBody>
      </p:sp>
      <p:graphicFrame>
        <p:nvGraphicFramePr>
          <p:cNvPr id="5" name="Content Placeholder 2">
            <a:extLst>
              <a:ext uri="{FF2B5EF4-FFF2-40B4-BE49-F238E27FC236}">
                <a16:creationId xmlns:a16="http://schemas.microsoft.com/office/drawing/2014/main" id="{C1478D0D-9935-55A1-C845-F25D2DA4C285}"/>
              </a:ext>
            </a:extLst>
          </p:cNvPr>
          <p:cNvGraphicFramePr>
            <a:graphicFrameLocks noGrp="1"/>
          </p:cNvGraphicFramePr>
          <p:nvPr>
            <p:ph idx="1"/>
            <p:extLst>
              <p:ext uri="{D42A27DB-BD31-4B8C-83A1-F6EECF244321}">
                <p14:modId xmlns:p14="http://schemas.microsoft.com/office/powerpoint/2010/main" val="11021267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3A9520D-08A1-AEB6-584B-16091E43C582}"/>
              </a:ext>
            </a:extLst>
          </p:cNvPr>
          <p:cNvPicPr>
            <a:picLocks noChangeAspect="1"/>
          </p:cNvPicPr>
          <p:nvPr/>
        </p:nvPicPr>
        <p:blipFill>
          <a:blip r:embed="rId2">
            <a:duotone>
              <a:schemeClr val="bg2">
                <a:shade val="45000"/>
                <a:satMod val="135000"/>
              </a:schemeClr>
              <a:prstClr val="white"/>
            </a:duotone>
          </a:blip>
          <a:srcRect l="3325" r="21675"/>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t>Contesto storico</a:t>
            </a:r>
          </a:p>
        </p:txBody>
      </p:sp>
      <p:graphicFrame>
        <p:nvGraphicFramePr>
          <p:cNvPr id="5" name="Content Placeholder 2">
            <a:extLst>
              <a:ext uri="{FF2B5EF4-FFF2-40B4-BE49-F238E27FC236}">
                <a16:creationId xmlns:a16="http://schemas.microsoft.com/office/drawing/2014/main" id="{96154E5A-40FE-D085-7A53-7502EEE52E7E}"/>
              </a:ext>
            </a:extLst>
          </p:cNvPr>
          <p:cNvGraphicFramePr>
            <a:graphicFrameLocks noGrp="1"/>
          </p:cNvGraphicFramePr>
          <p:nvPr>
            <p:ph idx="1"/>
            <p:extLst>
              <p:ext uri="{D42A27DB-BD31-4B8C-83A1-F6EECF244321}">
                <p14:modId xmlns:p14="http://schemas.microsoft.com/office/powerpoint/2010/main" val="70427333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3E6DC8-9283-5422-6989-3D3A0C372313}"/>
              </a:ext>
            </a:extLst>
          </p:cNvPr>
          <p:cNvPicPr>
            <a:picLocks noChangeAspect="1"/>
          </p:cNvPicPr>
          <p:nvPr/>
        </p:nvPicPr>
        <p:blipFill>
          <a:blip r:embed="rId2">
            <a:duotone>
              <a:schemeClr val="bg2">
                <a:shade val="45000"/>
                <a:satMod val="135000"/>
              </a:schemeClr>
              <a:prstClr val="white"/>
            </a:duotone>
          </a:blip>
          <a:srcRect r="10999" b="-1"/>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pPr>
              <a:lnSpc>
                <a:spcPct val="90000"/>
              </a:lnSpc>
            </a:pPr>
            <a:r>
              <a:t>CEDAW (1979): Eliminare la discriminazione contro le donne</a:t>
            </a:r>
            <a:endParaRPr lang="en-US"/>
          </a:p>
        </p:txBody>
      </p:sp>
      <p:graphicFrame>
        <p:nvGraphicFramePr>
          <p:cNvPr id="5" name="Content Placeholder 2">
            <a:extLst>
              <a:ext uri="{FF2B5EF4-FFF2-40B4-BE49-F238E27FC236}">
                <a16:creationId xmlns:a16="http://schemas.microsoft.com/office/drawing/2014/main" id="{FF0F2C05-046A-73CB-5DD3-FC1F8190C7F2}"/>
              </a:ext>
            </a:extLst>
          </p:cNvPr>
          <p:cNvGraphicFramePr>
            <a:graphicFrameLocks noGrp="1"/>
          </p:cNvGraphicFramePr>
          <p:nvPr>
            <p:ph idx="1"/>
            <p:extLst>
              <p:ext uri="{D42A27DB-BD31-4B8C-83A1-F6EECF244321}">
                <p14:modId xmlns:p14="http://schemas.microsoft.com/office/powerpoint/2010/main" val="347985204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95DF5BA-EE0D-5327-E555-97B45AB0540B}"/>
              </a:ext>
            </a:extLst>
          </p:cNvPr>
          <p:cNvPicPr>
            <a:picLocks noChangeAspect="1"/>
          </p:cNvPicPr>
          <p:nvPr/>
        </p:nvPicPr>
        <p:blipFill>
          <a:blip r:embed="rId2">
            <a:duotone>
              <a:schemeClr val="bg2">
                <a:shade val="45000"/>
                <a:satMod val="135000"/>
              </a:schemeClr>
              <a:prstClr val="white"/>
            </a:duotone>
          </a:blip>
          <a:srcRect r="9001" b="1"/>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t>Conferenza di Pechino (1995)</a:t>
            </a:r>
          </a:p>
        </p:txBody>
      </p:sp>
      <p:graphicFrame>
        <p:nvGraphicFramePr>
          <p:cNvPr id="5" name="Content Placeholder 2">
            <a:extLst>
              <a:ext uri="{FF2B5EF4-FFF2-40B4-BE49-F238E27FC236}">
                <a16:creationId xmlns:a16="http://schemas.microsoft.com/office/drawing/2014/main" id="{5F413113-3624-BD28-DCFB-3B06962AE475}"/>
              </a:ext>
            </a:extLst>
          </p:cNvPr>
          <p:cNvGraphicFramePr>
            <a:graphicFrameLocks noGrp="1"/>
          </p:cNvGraphicFramePr>
          <p:nvPr>
            <p:ph idx="1"/>
            <p:extLst>
              <p:ext uri="{D42A27DB-BD31-4B8C-83A1-F6EECF244321}">
                <p14:modId xmlns:p14="http://schemas.microsoft.com/office/powerpoint/2010/main" val="84688272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2500">
                <a:solidFill>
                  <a:srgbClr val="FFFFFF"/>
                </a:solidFill>
              </a:rPr>
              <a:t>Gender Mainstreaming: il concetto</a:t>
            </a:r>
          </a:p>
        </p:txBody>
      </p:sp>
      <p:graphicFrame>
        <p:nvGraphicFramePr>
          <p:cNvPr id="5" name="Content Placeholder 2">
            <a:extLst>
              <a:ext uri="{FF2B5EF4-FFF2-40B4-BE49-F238E27FC236}">
                <a16:creationId xmlns:a16="http://schemas.microsoft.com/office/drawing/2014/main" id="{D6A00755-5427-59CD-0F0B-01A3B166BEC5}"/>
              </a:ext>
            </a:extLst>
          </p:cNvPr>
          <p:cNvGraphicFramePr>
            <a:graphicFrameLocks noGrp="1"/>
          </p:cNvGraphicFramePr>
          <p:nvPr>
            <p:ph idx="1"/>
            <p:extLst>
              <p:ext uri="{D42A27DB-BD31-4B8C-83A1-F6EECF244321}">
                <p14:modId xmlns:p14="http://schemas.microsoft.com/office/powerpoint/2010/main" val="3583228729"/>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it-IT" sz="3500">
                <a:solidFill>
                  <a:srgbClr val="FFFFFF"/>
                </a:solidFill>
              </a:rPr>
              <a:t>Importanza delle politiche di genere</a:t>
            </a:r>
          </a:p>
        </p:txBody>
      </p:sp>
      <p:graphicFrame>
        <p:nvGraphicFramePr>
          <p:cNvPr id="27" name="Content Placeholder 2">
            <a:extLst>
              <a:ext uri="{FF2B5EF4-FFF2-40B4-BE49-F238E27FC236}">
                <a16:creationId xmlns:a16="http://schemas.microsoft.com/office/drawing/2014/main" id="{CA9A1F28-1F37-19C3-5C14-5990F31E8AE0}"/>
              </a:ext>
            </a:extLst>
          </p:cNvPr>
          <p:cNvGraphicFramePr>
            <a:graphicFrameLocks noGrp="1"/>
          </p:cNvGraphicFramePr>
          <p:nvPr>
            <p:ph idx="1"/>
            <p:extLst>
              <p:ext uri="{D42A27DB-BD31-4B8C-83A1-F6EECF244321}">
                <p14:modId xmlns:p14="http://schemas.microsoft.com/office/powerpoint/2010/main" val="3310348972"/>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986118" y="735106"/>
            <a:ext cx="7540322" cy="2928470"/>
          </a:xfrm>
        </p:spPr>
        <p:txBody>
          <a:bodyPr vert="horz" lIns="91440" tIns="45720" rIns="91440" bIns="45720" rtlCol="0" anchor="b">
            <a:normAutofit/>
          </a:bodyPr>
          <a:lstStyle/>
          <a:p>
            <a:pPr algn="l" defTabSz="914400">
              <a:lnSpc>
                <a:spcPct val="90000"/>
              </a:lnSpc>
            </a:pPr>
            <a:r>
              <a:rPr lang="en-US" sz="4200" kern="1200">
                <a:solidFill>
                  <a:srgbClr val="FFFFFF"/>
                </a:solidFill>
                <a:latin typeface="+mj-lt"/>
                <a:ea typeface="+mj-ea"/>
                <a:cs typeface="+mj-cs"/>
              </a:rPr>
              <a:t>Gender mainstreaming</a:t>
            </a:r>
          </a:p>
        </p:txBody>
      </p:sp>
      <p:sp>
        <p:nvSpPr>
          <p:cNvPr id="3" name="Content Placeholder 2"/>
          <p:cNvSpPr>
            <a:spLocks noGrp="1"/>
          </p:cNvSpPr>
          <p:nvPr>
            <p:ph idx="1"/>
          </p:nvPr>
        </p:nvSpPr>
        <p:spPr>
          <a:xfrm>
            <a:off x="1013011" y="4870824"/>
            <a:ext cx="7504463" cy="1458258"/>
          </a:xfrm>
        </p:spPr>
        <p:txBody>
          <a:bodyPr vert="horz" lIns="91440" tIns="45720" rIns="91440" bIns="45720" rtlCol="0" anchor="ctr">
            <a:normAutofit/>
          </a:bodyPr>
          <a:lstStyle/>
          <a:p>
            <a:pPr marL="0" indent="0" defTabSz="914400">
              <a:lnSpc>
                <a:spcPct val="90000"/>
              </a:lnSpc>
              <a:spcBef>
                <a:spcPts val="1000"/>
              </a:spcBef>
              <a:buNone/>
            </a:pPr>
            <a:r>
              <a:rPr lang="en-US" sz="2400" kern="1200">
                <a:solidFill>
                  <a:schemeClr val="tx1"/>
                </a:solidFill>
                <a:latin typeface="+mn-lt"/>
                <a:ea typeface="+mn-ea"/>
                <a:cs typeface="+mn-cs"/>
              </a:rPr>
              <a:t>Definizione ONU: valutazione implicazioni di genere in ogni azione politica.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58B7D17-1155-BDF9-B20B-CE68AA6AA43A}"/>
              </a:ext>
            </a:extLst>
          </p:cNvPr>
          <p:cNvPicPr>
            <a:picLocks noChangeAspect="1"/>
          </p:cNvPicPr>
          <p:nvPr/>
        </p:nvPicPr>
        <p:blipFill>
          <a:blip r:embed="rId2">
            <a:duotone>
              <a:schemeClr val="bg2">
                <a:shade val="45000"/>
                <a:satMod val="135000"/>
              </a:schemeClr>
              <a:prstClr val="white"/>
            </a:duotone>
          </a:blip>
          <a:srcRect r="10999" b="-1"/>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pPr>
              <a:lnSpc>
                <a:spcPct val="90000"/>
              </a:lnSpc>
            </a:pPr>
            <a:r>
              <a:t>Gender Mainstreaming: concetto chiave</a:t>
            </a:r>
            <a:endParaRPr lang="en-US"/>
          </a:p>
        </p:txBody>
      </p:sp>
      <p:graphicFrame>
        <p:nvGraphicFramePr>
          <p:cNvPr id="5" name="Content Placeholder 2">
            <a:extLst>
              <a:ext uri="{FF2B5EF4-FFF2-40B4-BE49-F238E27FC236}">
                <a16:creationId xmlns:a16="http://schemas.microsoft.com/office/drawing/2014/main" id="{C8CA94EE-82D1-CE2A-234D-704AB97F8725}"/>
              </a:ext>
            </a:extLst>
          </p:cNvPr>
          <p:cNvGraphicFramePr>
            <a:graphicFrameLocks noGrp="1"/>
          </p:cNvGraphicFramePr>
          <p:nvPr>
            <p:ph idx="1"/>
            <p:extLst>
              <p:ext uri="{D42A27DB-BD31-4B8C-83A1-F6EECF244321}">
                <p14:modId xmlns:p14="http://schemas.microsoft.com/office/powerpoint/2010/main" val="209598210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Origine e sviluppo</a:t>
            </a:r>
          </a:p>
        </p:txBody>
      </p:sp>
      <p:graphicFrame>
        <p:nvGraphicFramePr>
          <p:cNvPr id="5" name="Content Placeholder 2">
            <a:extLst>
              <a:ext uri="{FF2B5EF4-FFF2-40B4-BE49-F238E27FC236}">
                <a16:creationId xmlns:a16="http://schemas.microsoft.com/office/drawing/2014/main" id="{62B38834-BEFB-9B9B-6498-E8918DAB1D6F}"/>
              </a:ext>
            </a:extLst>
          </p:cNvPr>
          <p:cNvGraphicFramePr>
            <a:graphicFrameLocks noGrp="1"/>
          </p:cNvGraphicFramePr>
          <p:nvPr>
            <p:ph idx="1"/>
            <p:extLst>
              <p:ext uri="{D42A27DB-BD31-4B8C-83A1-F6EECF244321}">
                <p14:modId xmlns:p14="http://schemas.microsoft.com/office/powerpoint/2010/main" val="194892178"/>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000">
                <a:solidFill>
                  <a:srgbClr val="FFFFFF"/>
                </a:solidFill>
              </a:rPr>
              <a:t>Principi fondamentali</a:t>
            </a:r>
          </a:p>
        </p:txBody>
      </p:sp>
      <p:graphicFrame>
        <p:nvGraphicFramePr>
          <p:cNvPr id="5" name="Content Placeholder 2">
            <a:extLst>
              <a:ext uri="{FF2B5EF4-FFF2-40B4-BE49-F238E27FC236}">
                <a16:creationId xmlns:a16="http://schemas.microsoft.com/office/drawing/2014/main" id="{B6F1C5BC-D1AC-1506-33E9-55FADC119942}"/>
              </a:ext>
            </a:extLst>
          </p:cNvPr>
          <p:cNvGraphicFramePr>
            <a:graphicFrameLocks noGrp="1"/>
          </p:cNvGraphicFramePr>
          <p:nvPr>
            <p:ph idx="1"/>
            <p:extLst>
              <p:ext uri="{D42A27DB-BD31-4B8C-83A1-F6EECF244321}">
                <p14:modId xmlns:p14="http://schemas.microsoft.com/office/powerpoint/2010/main" val="114440873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2700">
                <a:solidFill>
                  <a:srgbClr val="FFFFFF"/>
                </a:solidFill>
              </a:rPr>
              <a:t>Gender mainstreaming nella pratica</a:t>
            </a:r>
          </a:p>
        </p:txBody>
      </p:sp>
      <p:graphicFrame>
        <p:nvGraphicFramePr>
          <p:cNvPr id="5" name="Content Placeholder 2">
            <a:extLst>
              <a:ext uri="{FF2B5EF4-FFF2-40B4-BE49-F238E27FC236}">
                <a16:creationId xmlns:a16="http://schemas.microsoft.com/office/drawing/2014/main" id="{FFC9B368-977D-6219-0A84-1FB9A652CCA4}"/>
              </a:ext>
            </a:extLst>
          </p:cNvPr>
          <p:cNvGraphicFramePr>
            <a:graphicFrameLocks noGrp="1"/>
          </p:cNvGraphicFramePr>
          <p:nvPr>
            <p:ph idx="1"/>
            <p:extLst>
              <p:ext uri="{D42A27DB-BD31-4B8C-83A1-F6EECF244321}">
                <p14:modId xmlns:p14="http://schemas.microsoft.com/office/powerpoint/2010/main" val="3772079951"/>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2700">
                <a:solidFill>
                  <a:srgbClr val="FFFFFF"/>
                </a:solidFill>
              </a:rPr>
              <a:t>Vantaggi del gender mainstreaming</a:t>
            </a:r>
          </a:p>
        </p:txBody>
      </p:sp>
      <p:graphicFrame>
        <p:nvGraphicFramePr>
          <p:cNvPr id="5" name="Content Placeholder 2">
            <a:extLst>
              <a:ext uri="{FF2B5EF4-FFF2-40B4-BE49-F238E27FC236}">
                <a16:creationId xmlns:a16="http://schemas.microsoft.com/office/drawing/2014/main" id="{1923FA24-A1B0-4BFE-8514-020B7CC348BF}"/>
              </a:ext>
            </a:extLst>
          </p:cNvPr>
          <p:cNvGraphicFramePr>
            <a:graphicFrameLocks noGrp="1"/>
          </p:cNvGraphicFramePr>
          <p:nvPr>
            <p:ph idx="1"/>
            <p:extLst>
              <p:ext uri="{D42A27DB-BD31-4B8C-83A1-F6EECF244321}">
                <p14:modId xmlns:p14="http://schemas.microsoft.com/office/powerpoint/2010/main" val="1978658182"/>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Criticità principali</a:t>
            </a:r>
          </a:p>
        </p:txBody>
      </p:sp>
      <p:graphicFrame>
        <p:nvGraphicFramePr>
          <p:cNvPr id="5" name="Content Placeholder 2">
            <a:extLst>
              <a:ext uri="{FF2B5EF4-FFF2-40B4-BE49-F238E27FC236}">
                <a16:creationId xmlns:a16="http://schemas.microsoft.com/office/drawing/2014/main" id="{593A0139-1D5B-AE70-52C4-CE1C4FB5D3AD}"/>
              </a:ext>
            </a:extLst>
          </p:cNvPr>
          <p:cNvGraphicFramePr>
            <a:graphicFrameLocks noGrp="1"/>
          </p:cNvGraphicFramePr>
          <p:nvPr>
            <p:ph idx="1"/>
            <p:extLst>
              <p:ext uri="{D42A27DB-BD31-4B8C-83A1-F6EECF244321}">
                <p14:modId xmlns:p14="http://schemas.microsoft.com/office/powerpoint/2010/main" val="3615203391"/>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Strumenti operativi</a:t>
            </a:r>
          </a:p>
        </p:txBody>
      </p:sp>
      <p:graphicFrame>
        <p:nvGraphicFramePr>
          <p:cNvPr id="5" name="Content Placeholder 2">
            <a:extLst>
              <a:ext uri="{FF2B5EF4-FFF2-40B4-BE49-F238E27FC236}">
                <a16:creationId xmlns:a16="http://schemas.microsoft.com/office/drawing/2014/main" id="{04B42E6A-D751-4F75-16D0-3C319B97A744}"/>
              </a:ext>
            </a:extLst>
          </p:cNvPr>
          <p:cNvGraphicFramePr>
            <a:graphicFrameLocks noGrp="1"/>
          </p:cNvGraphicFramePr>
          <p:nvPr>
            <p:ph idx="1"/>
            <p:extLst>
              <p:ext uri="{D42A27DB-BD31-4B8C-83A1-F6EECF244321}">
                <p14:modId xmlns:p14="http://schemas.microsoft.com/office/powerpoint/2010/main" val="3423006621"/>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8"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9144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40040" y="-1133192"/>
            <a:ext cx="6858001" cy="9124385"/>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1072" y="0"/>
            <a:ext cx="4572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3"/>
            <a:ext cx="9137153"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784" y="4049"/>
            <a:ext cx="7662432"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520019" y="1030406"/>
            <a:ext cx="6110785" cy="3081242"/>
          </a:xfrm>
        </p:spPr>
        <p:txBody>
          <a:bodyPr vert="horz" lIns="91440" tIns="45720" rIns="91440" bIns="45720" rtlCol="0" anchor="ctr">
            <a:normAutofit/>
          </a:bodyPr>
          <a:lstStyle/>
          <a:p>
            <a:pPr defTabSz="914400">
              <a:lnSpc>
                <a:spcPct val="90000"/>
              </a:lnSpc>
            </a:pPr>
            <a:r>
              <a:rPr lang="en-US" sz="4200" kern="1200">
                <a:solidFill>
                  <a:srgbClr val="FFFFFF"/>
                </a:solidFill>
                <a:latin typeface="+mj-lt"/>
                <a:ea typeface="+mj-ea"/>
                <a:cs typeface="+mj-cs"/>
              </a:rPr>
              <a:t>Caso studio: Austria</a:t>
            </a:r>
          </a:p>
        </p:txBody>
      </p:sp>
      <p:sp>
        <p:nvSpPr>
          <p:cNvPr id="3" name="Content Placeholder 2"/>
          <p:cNvSpPr>
            <a:spLocks noGrp="1"/>
          </p:cNvSpPr>
          <p:nvPr>
            <p:ph idx="1"/>
          </p:nvPr>
        </p:nvSpPr>
        <p:spPr>
          <a:xfrm>
            <a:off x="1169957" y="5171093"/>
            <a:ext cx="6808971" cy="860620"/>
          </a:xfrm>
        </p:spPr>
        <p:txBody>
          <a:bodyPr vert="horz" lIns="91440" tIns="45720" rIns="91440" bIns="45720" rtlCol="0" anchor="ctr">
            <a:normAutofit/>
          </a:bodyPr>
          <a:lstStyle/>
          <a:p>
            <a:pPr marL="0" indent="0" algn="ctr" defTabSz="914400">
              <a:lnSpc>
                <a:spcPct val="90000"/>
              </a:lnSpc>
              <a:spcBef>
                <a:spcPts val="1000"/>
              </a:spcBef>
              <a:buNone/>
            </a:pPr>
            <a:r>
              <a:rPr lang="en-US" sz="2400" kern="1200">
                <a:solidFill>
                  <a:srgbClr val="FFFFFF"/>
                </a:solidFill>
                <a:latin typeface="+mn-lt"/>
                <a:ea typeface="+mn-ea"/>
                <a:cs typeface="+mn-cs"/>
              </a:rPr>
              <a:t>Gender budgeting costituzionale dal 2009.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000">
                <a:solidFill>
                  <a:srgbClr val="FFFFFF"/>
                </a:solidFill>
              </a:rPr>
              <a:t>Attori internazionali</a:t>
            </a:r>
          </a:p>
        </p:txBody>
      </p:sp>
      <p:graphicFrame>
        <p:nvGraphicFramePr>
          <p:cNvPr id="5" name="Content Placeholder 2">
            <a:extLst>
              <a:ext uri="{FF2B5EF4-FFF2-40B4-BE49-F238E27FC236}">
                <a16:creationId xmlns:a16="http://schemas.microsoft.com/office/drawing/2014/main" id="{4D1B6A94-A3DB-90EA-861C-AF7976C43E20}"/>
              </a:ext>
            </a:extLst>
          </p:cNvPr>
          <p:cNvGraphicFramePr>
            <a:graphicFrameLocks noGrp="1"/>
          </p:cNvGraphicFramePr>
          <p:nvPr>
            <p:ph idx="1"/>
            <p:extLst>
              <p:ext uri="{D42A27DB-BD31-4B8C-83A1-F6EECF244321}">
                <p14:modId xmlns:p14="http://schemas.microsoft.com/office/powerpoint/2010/main" val="2833094825"/>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2700">
                <a:solidFill>
                  <a:srgbClr val="FFFFFF"/>
                </a:solidFill>
              </a:rPr>
              <a:t>Sintesi gender mainstreaming</a:t>
            </a:r>
          </a:p>
        </p:txBody>
      </p:sp>
      <p:graphicFrame>
        <p:nvGraphicFramePr>
          <p:cNvPr id="5" name="Content Placeholder 2">
            <a:extLst>
              <a:ext uri="{FF2B5EF4-FFF2-40B4-BE49-F238E27FC236}">
                <a16:creationId xmlns:a16="http://schemas.microsoft.com/office/drawing/2014/main" id="{0EF2ED88-B547-932A-6DAB-4D76E0B00022}"/>
              </a:ext>
            </a:extLst>
          </p:cNvPr>
          <p:cNvGraphicFramePr>
            <a:graphicFrameLocks noGrp="1"/>
          </p:cNvGraphicFramePr>
          <p:nvPr>
            <p:ph idx="1"/>
            <p:extLst>
              <p:ext uri="{D42A27DB-BD31-4B8C-83A1-F6EECF244321}">
                <p14:modId xmlns:p14="http://schemas.microsoft.com/office/powerpoint/2010/main" val="3912367705"/>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8"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9144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40040" y="-1133192"/>
            <a:ext cx="6858001" cy="9124385"/>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1072" y="0"/>
            <a:ext cx="4572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3"/>
            <a:ext cx="9137153"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784" y="4049"/>
            <a:ext cx="7662432"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520019" y="1030406"/>
            <a:ext cx="6110785" cy="3081242"/>
          </a:xfrm>
        </p:spPr>
        <p:txBody>
          <a:bodyPr vert="horz" lIns="91440" tIns="45720" rIns="91440" bIns="45720" rtlCol="0" anchor="ctr">
            <a:normAutofit/>
          </a:bodyPr>
          <a:lstStyle/>
          <a:p>
            <a:pPr defTabSz="914400">
              <a:lnSpc>
                <a:spcPct val="90000"/>
              </a:lnSpc>
            </a:pPr>
            <a:r>
              <a:rPr lang="en-US" sz="4200" kern="1200">
                <a:solidFill>
                  <a:srgbClr val="FFFFFF"/>
                </a:solidFill>
                <a:latin typeface="+mj-lt"/>
                <a:ea typeface="+mj-ea"/>
                <a:cs typeface="+mj-cs"/>
              </a:rPr>
              <a:t>Quote di genere</a:t>
            </a:r>
          </a:p>
        </p:txBody>
      </p:sp>
      <p:sp>
        <p:nvSpPr>
          <p:cNvPr id="3" name="Content Placeholder 2"/>
          <p:cNvSpPr>
            <a:spLocks noGrp="1"/>
          </p:cNvSpPr>
          <p:nvPr>
            <p:ph idx="1"/>
          </p:nvPr>
        </p:nvSpPr>
        <p:spPr>
          <a:xfrm>
            <a:off x="1169957" y="5171093"/>
            <a:ext cx="6808971" cy="860620"/>
          </a:xfrm>
        </p:spPr>
        <p:txBody>
          <a:bodyPr vert="horz" lIns="91440" tIns="45720" rIns="91440" bIns="45720" rtlCol="0" anchor="ctr">
            <a:normAutofit/>
          </a:bodyPr>
          <a:lstStyle/>
          <a:p>
            <a:pPr marL="0" indent="0" algn="ctr" defTabSz="914400">
              <a:lnSpc>
                <a:spcPct val="90000"/>
              </a:lnSpc>
              <a:spcBef>
                <a:spcPts val="1000"/>
              </a:spcBef>
              <a:buNone/>
            </a:pPr>
            <a:r>
              <a:rPr lang="en-US" sz="2400" kern="1200">
                <a:solidFill>
                  <a:srgbClr val="FFFFFF"/>
                </a:solidFill>
                <a:latin typeface="+mn-lt"/>
                <a:ea typeface="+mn-ea"/>
                <a:cs typeface="+mn-cs"/>
              </a:rPr>
              <a:t>Strumento di rappresentanza equilibrata: obbligatorie o volontarie.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Perché servono le quote</a:t>
            </a:r>
          </a:p>
        </p:txBody>
      </p:sp>
      <p:graphicFrame>
        <p:nvGraphicFramePr>
          <p:cNvPr id="5" name="Content Placeholder 2">
            <a:extLst>
              <a:ext uri="{FF2B5EF4-FFF2-40B4-BE49-F238E27FC236}">
                <a16:creationId xmlns:a16="http://schemas.microsoft.com/office/drawing/2014/main" id="{763626FD-4EAC-7A90-F638-79D5EB2DA880}"/>
              </a:ext>
            </a:extLst>
          </p:cNvPr>
          <p:cNvGraphicFramePr>
            <a:graphicFrameLocks noGrp="1"/>
          </p:cNvGraphicFramePr>
          <p:nvPr>
            <p:ph idx="1"/>
            <p:extLst>
              <p:ext uri="{D42A27DB-BD31-4B8C-83A1-F6EECF244321}">
                <p14:modId xmlns:p14="http://schemas.microsoft.com/office/powerpoint/2010/main" val="342589236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Efficacia delle quote</a:t>
            </a:r>
          </a:p>
        </p:txBody>
      </p:sp>
      <p:graphicFrame>
        <p:nvGraphicFramePr>
          <p:cNvPr id="5" name="Content Placeholder 2">
            <a:extLst>
              <a:ext uri="{FF2B5EF4-FFF2-40B4-BE49-F238E27FC236}">
                <a16:creationId xmlns:a16="http://schemas.microsoft.com/office/drawing/2014/main" id="{AE99F7A2-ED4A-FE2F-716D-4D94D5E54B56}"/>
              </a:ext>
            </a:extLst>
          </p:cNvPr>
          <p:cNvGraphicFramePr>
            <a:graphicFrameLocks noGrp="1"/>
          </p:cNvGraphicFramePr>
          <p:nvPr>
            <p:ph idx="1"/>
            <p:extLst>
              <p:ext uri="{D42A27DB-BD31-4B8C-83A1-F6EECF244321}">
                <p14:modId xmlns:p14="http://schemas.microsoft.com/office/powerpoint/2010/main" val="1517137545"/>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Critiche alle quote</a:t>
            </a:r>
          </a:p>
        </p:txBody>
      </p:sp>
      <p:graphicFrame>
        <p:nvGraphicFramePr>
          <p:cNvPr id="5" name="Content Placeholder 2">
            <a:extLst>
              <a:ext uri="{FF2B5EF4-FFF2-40B4-BE49-F238E27FC236}">
                <a16:creationId xmlns:a16="http://schemas.microsoft.com/office/drawing/2014/main" id="{A5F5D610-DD05-946A-310E-642BBF2AD0CF}"/>
              </a:ext>
            </a:extLst>
          </p:cNvPr>
          <p:cNvGraphicFramePr>
            <a:graphicFrameLocks noGrp="1"/>
          </p:cNvGraphicFramePr>
          <p:nvPr>
            <p:ph idx="1"/>
            <p:extLst>
              <p:ext uri="{D42A27DB-BD31-4B8C-83A1-F6EECF244321}">
                <p14:modId xmlns:p14="http://schemas.microsoft.com/office/powerpoint/2010/main" val="3599900068"/>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Percezione pubblica</a:t>
            </a:r>
          </a:p>
        </p:txBody>
      </p:sp>
      <p:graphicFrame>
        <p:nvGraphicFramePr>
          <p:cNvPr id="5" name="Content Placeholder 2">
            <a:extLst>
              <a:ext uri="{FF2B5EF4-FFF2-40B4-BE49-F238E27FC236}">
                <a16:creationId xmlns:a16="http://schemas.microsoft.com/office/drawing/2014/main" id="{9831B67A-E770-0672-73B9-4F227127E3D4}"/>
              </a:ext>
            </a:extLst>
          </p:cNvPr>
          <p:cNvGraphicFramePr>
            <a:graphicFrameLocks noGrp="1"/>
          </p:cNvGraphicFramePr>
          <p:nvPr>
            <p:ph idx="1"/>
            <p:extLst>
              <p:ext uri="{D42A27DB-BD31-4B8C-83A1-F6EECF244321}">
                <p14:modId xmlns:p14="http://schemas.microsoft.com/office/powerpoint/2010/main" val="2218441588"/>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Leadership oltre le quote</a:t>
            </a:r>
          </a:p>
        </p:txBody>
      </p:sp>
      <p:graphicFrame>
        <p:nvGraphicFramePr>
          <p:cNvPr id="5" name="Content Placeholder 2">
            <a:extLst>
              <a:ext uri="{FF2B5EF4-FFF2-40B4-BE49-F238E27FC236}">
                <a16:creationId xmlns:a16="http://schemas.microsoft.com/office/drawing/2014/main" id="{8D0839F1-DC59-4DAD-0643-7D247E26F57F}"/>
              </a:ext>
            </a:extLst>
          </p:cNvPr>
          <p:cNvGraphicFramePr>
            <a:graphicFrameLocks noGrp="1"/>
          </p:cNvGraphicFramePr>
          <p:nvPr>
            <p:ph idx="1"/>
            <p:extLst>
              <p:ext uri="{D42A27DB-BD31-4B8C-83A1-F6EECF244321}">
                <p14:modId xmlns:p14="http://schemas.microsoft.com/office/powerpoint/2010/main" val="511459202"/>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986118" y="735106"/>
            <a:ext cx="7540322" cy="2928470"/>
          </a:xfrm>
        </p:spPr>
        <p:txBody>
          <a:bodyPr vert="horz" lIns="91440" tIns="45720" rIns="91440" bIns="45720" rtlCol="0" anchor="b">
            <a:normAutofit/>
          </a:bodyPr>
          <a:lstStyle/>
          <a:p>
            <a:pPr algn="l" defTabSz="914400">
              <a:lnSpc>
                <a:spcPct val="90000"/>
              </a:lnSpc>
            </a:pPr>
            <a:r>
              <a:rPr lang="en-US" sz="4200" kern="1200">
                <a:solidFill>
                  <a:srgbClr val="FFFFFF"/>
                </a:solidFill>
                <a:latin typeface="+mj-lt"/>
                <a:ea typeface="+mj-ea"/>
                <a:cs typeface="+mj-cs"/>
              </a:rPr>
              <a:t>Caso studio: Norvegia</a:t>
            </a:r>
          </a:p>
        </p:txBody>
      </p:sp>
      <p:sp>
        <p:nvSpPr>
          <p:cNvPr id="3" name="Content Placeholder 2"/>
          <p:cNvSpPr>
            <a:spLocks noGrp="1"/>
          </p:cNvSpPr>
          <p:nvPr>
            <p:ph idx="1"/>
          </p:nvPr>
        </p:nvSpPr>
        <p:spPr>
          <a:xfrm>
            <a:off x="1013011" y="4870824"/>
            <a:ext cx="7504463" cy="1458258"/>
          </a:xfrm>
        </p:spPr>
        <p:txBody>
          <a:bodyPr vert="horz" lIns="91440" tIns="45720" rIns="91440" bIns="45720" rtlCol="0" anchor="ctr">
            <a:normAutofit/>
          </a:bodyPr>
          <a:lstStyle/>
          <a:p>
            <a:pPr marL="0" indent="0" defTabSz="914400">
              <a:lnSpc>
                <a:spcPct val="90000"/>
              </a:lnSpc>
              <a:spcBef>
                <a:spcPts val="1000"/>
              </a:spcBef>
              <a:buNone/>
            </a:pPr>
            <a:r>
              <a:rPr lang="en-US" sz="2400" kern="1200">
                <a:solidFill>
                  <a:schemeClr val="tx1"/>
                </a:solidFill>
                <a:latin typeface="+mn-lt"/>
                <a:ea typeface="+mn-ea"/>
                <a:cs typeface="+mn-cs"/>
              </a:rPr>
              <a:t>Legge CDA → competenze femminili ai vertici.</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Sintesi quote e leadership</a:t>
            </a:r>
          </a:p>
        </p:txBody>
      </p:sp>
      <p:graphicFrame>
        <p:nvGraphicFramePr>
          <p:cNvPr id="5" name="Content Placeholder 2">
            <a:extLst>
              <a:ext uri="{FF2B5EF4-FFF2-40B4-BE49-F238E27FC236}">
                <a16:creationId xmlns:a16="http://schemas.microsoft.com/office/drawing/2014/main" id="{8ABE6859-3706-4B7C-6BBA-4BCB85221436}"/>
              </a:ext>
            </a:extLst>
          </p:cNvPr>
          <p:cNvGraphicFramePr>
            <a:graphicFrameLocks noGrp="1"/>
          </p:cNvGraphicFramePr>
          <p:nvPr>
            <p:ph idx="1"/>
            <p:extLst>
              <p:ext uri="{D42A27DB-BD31-4B8C-83A1-F6EECF244321}">
                <p14:modId xmlns:p14="http://schemas.microsoft.com/office/powerpoint/2010/main" val="1019873269"/>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000">
                <a:solidFill>
                  <a:srgbClr val="FFFFFF"/>
                </a:solidFill>
              </a:rPr>
              <a:t>Legislazioni internazionali</a:t>
            </a:r>
          </a:p>
        </p:txBody>
      </p:sp>
      <p:graphicFrame>
        <p:nvGraphicFramePr>
          <p:cNvPr id="5" name="Content Placeholder 2">
            <a:extLst>
              <a:ext uri="{FF2B5EF4-FFF2-40B4-BE49-F238E27FC236}">
                <a16:creationId xmlns:a16="http://schemas.microsoft.com/office/drawing/2014/main" id="{46C87EAE-6085-2B8B-996E-5414F24B3607}"/>
              </a:ext>
            </a:extLst>
          </p:cNvPr>
          <p:cNvGraphicFramePr>
            <a:graphicFrameLocks noGrp="1"/>
          </p:cNvGraphicFramePr>
          <p:nvPr>
            <p:ph idx="1"/>
            <p:extLst>
              <p:ext uri="{D42A27DB-BD31-4B8C-83A1-F6EECF244321}">
                <p14:modId xmlns:p14="http://schemas.microsoft.com/office/powerpoint/2010/main" val="4280534734"/>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BD59C83-AEFA-600F-A5F8-09E961827C84}"/>
              </a:ext>
            </a:extLst>
          </p:cNvPr>
          <p:cNvPicPr>
            <a:picLocks noChangeAspect="1"/>
          </p:cNvPicPr>
          <p:nvPr/>
        </p:nvPicPr>
        <p:blipFill>
          <a:blip r:embed="rId2">
            <a:duotone>
              <a:schemeClr val="bg2">
                <a:shade val="45000"/>
                <a:satMod val="135000"/>
              </a:schemeClr>
              <a:prstClr val="white"/>
            </a:duotone>
          </a:blip>
          <a:srcRect r="10999" b="-1"/>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t>Convenzione di Istanbul (2011)</a:t>
            </a:r>
          </a:p>
        </p:txBody>
      </p:sp>
      <p:graphicFrame>
        <p:nvGraphicFramePr>
          <p:cNvPr id="5" name="Content Placeholder 2">
            <a:extLst>
              <a:ext uri="{FF2B5EF4-FFF2-40B4-BE49-F238E27FC236}">
                <a16:creationId xmlns:a16="http://schemas.microsoft.com/office/drawing/2014/main" id="{E311C457-9568-87E3-B7C1-EFDCF60B5115}"/>
              </a:ext>
            </a:extLst>
          </p:cNvPr>
          <p:cNvGraphicFramePr>
            <a:graphicFrameLocks noGrp="1"/>
          </p:cNvGraphicFramePr>
          <p:nvPr>
            <p:ph idx="1"/>
            <p:extLst>
              <p:ext uri="{D42A27DB-BD31-4B8C-83A1-F6EECF244321}">
                <p14:modId xmlns:p14="http://schemas.microsoft.com/office/powerpoint/2010/main" val="191809958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F1F251-0452-2448-B309-C27632A65963}"/>
              </a:ext>
            </a:extLst>
          </p:cNvPr>
          <p:cNvPicPr>
            <a:picLocks noChangeAspect="1"/>
          </p:cNvPicPr>
          <p:nvPr/>
        </p:nvPicPr>
        <p:blipFill>
          <a:blip r:embed="rId2">
            <a:duotone>
              <a:schemeClr val="bg2">
                <a:shade val="45000"/>
                <a:satMod val="135000"/>
              </a:schemeClr>
              <a:prstClr val="white"/>
            </a:duotone>
          </a:blip>
          <a:srcRect r="10999" b="-1"/>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t>Normative nazionali</a:t>
            </a:r>
          </a:p>
        </p:txBody>
      </p:sp>
      <p:graphicFrame>
        <p:nvGraphicFramePr>
          <p:cNvPr id="5" name="Content Placeholder 2">
            <a:extLst>
              <a:ext uri="{FF2B5EF4-FFF2-40B4-BE49-F238E27FC236}">
                <a16:creationId xmlns:a16="http://schemas.microsoft.com/office/drawing/2014/main" id="{1B270B3D-3E1D-7026-E4CC-538DE6D13FFB}"/>
              </a:ext>
            </a:extLst>
          </p:cNvPr>
          <p:cNvGraphicFramePr>
            <a:graphicFrameLocks noGrp="1"/>
          </p:cNvGraphicFramePr>
          <p:nvPr>
            <p:ph idx="1"/>
            <p:extLst>
              <p:ext uri="{D42A27DB-BD31-4B8C-83A1-F6EECF244321}">
                <p14:modId xmlns:p14="http://schemas.microsoft.com/office/powerpoint/2010/main" val="19487929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C69F3F7625CF74085CAA0E2A49F4C2D" ma:contentTypeVersion="10" ma:contentTypeDescription="Creare un nuovo documento." ma:contentTypeScope="" ma:versionID="f970594720fb6abcd21fd0ece3721bb8">
  <xsd:schema xmlns:xsd="http://www.w3.org/2001/XMLSchema" xmlns:xs="http://www.w3.org/2001/XMLSchema" xmlns:p="http://schemas.microsoft.com/office/2006/metadata/properties" xmlns:ns2="48a61d46-4d30-4b24-ac0a-556bb3cc81e4" xmlns:ns3="a89520b4-453f-4caf-a364-bd14af9a57b3" targetNamespace="http://schemas.microsoft.com/office/2006/metadata/properties" ma:root="true" ma:fieldsID="e495a74569071716296f8154eb9fe63a" ns2:_="" ns3:_="">
    <xsd:import namespace="48a61d46-4d30-4b24-ac0a-556bb3cc81e4"/>
    <xsd:import namespace="a89520b4-453f-4caf-a364-bd14af9a57b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a61d46-4d30-4b24-ac0a-556bb3cc81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Tag immagine" ma:readOnly="false" ma:fieldId="{5cf76f15-5ced-4ddc-b409-7134ff3c332f}" ma:taxonomyMulti="true" ma:sspId="1013fbc9-b00e-4d37-9f0b-4b76e146b3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89520b4-453f-4caf-a364-bd14af9a57b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0af5e59d-d4ac-435c-9382-48b95eae239d}" ma:internalName="TaxCatchAll" ma:showField="CatchAllData" ma:web="a89520b4-453f-4caf-a364-bd14af9a57b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89520b4-453f-4caf-a364-bd14af9a57b3" xsi:nil="true"/>
    <lcf76f155ced4ddcb4097134ff3c332f xmlns="48a61d46-4d30-4b24-ac0a-556bb3cc81e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90F8904-7E5D-4A89-9C38-776EC426A9FB}"/>
</file>

<file path=customXml/itemProps2.xml><?xml version="1.0" encoding="utf-8"?>
<ds:datastoreItem xmlns:ds="http://schemas.openxmlformats.org/officeDocument/2006/customXml" ds:itemID="{AAC89AB2-77F4-42C4-B96A-6203141EAAE8}"/>
</file>

<file path=customXml/itemProps3.xml><?xml version="1.0" encoding="utf-8"?>
<ds:datastoreItem xmlns:ds="http://schemas.openxmlformats.org/officeDocument/2006/customXml" ds:itemID="{28B2C84D-8F02-4C0B-A1FE-2879A218A125}"/>
</file>

<file path=docProps/app.xml><?xml version="1.0" encoding="utf-8"?>
<Properties xmlns="http://schemas.openxmlformats.org/officeDocument/2006/extended-properties" xmlns:vt="http://schemas.openxmlformats.org/officeDocument/2006/docPropsVTypes">
  <TotalTime>16</TotalTime>
  <Words>635</Words>
  <Application>Microsoft Office PowerPoint</Application>
  <PresentationFormat>On-screen Show (4:3)</PresentationFormat>
  <Paragraphs>113</Paragraphs>
  <Slides>29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Politiche e normative di genere</vt:lpstr>
      <vt:lpstr>Obiettivi della lezione</vt:lpstr>
      <vt:lpstr>Contesto storico</vt:lpstr>
      <vt:lpstr>CEDAW (1979): Eliminare la discriminazione contro le donne</vt:lpstr>
      <vt:lpstr>Conferenza di Pechino (1995)</vt:lpstr>
      <vt:lpstr>Gender Mainstreaming: il concetto</vt:lpstr>
      <vt:lpstr>Importanza delle politiche di genere</vt:lpstr>
      <vt:lpstr>Gender mainstreaming</vt:lpstr>
      <vt:lpstr>Gender Mainstreaming: concetto chiave</vt:lpstr>
      <vt:lpstr>Origine e sviluppo</vt:lpstr>
      <vt:lpstr>Principi fondamentali</vt:lpstr>
      <vt:lpstr>Gender mainstreaming nella pratica</vt:lpstr>
      <vt:lpstr>Vantaggi del gender mainstreaming</vt:lpstr>
      <vt:lpstr>Criticità principali</vt:lpstr>
      <vt:lpstr>Strumenti operativi</vt:lpstr>
      <vt:lpstr>Caso studio: Austria</vt:lpstr>
      <vt:lpstr>Attori internazionali</vt:lpstr>
      <vt:lpstr>Sintesi gender mainstreaming</vt:lpstr>
      <vt:lpstr>Quote di genere</vt:lpstr>
      <vt:lpstr>Perché servono le quote</vt:lpstr>
      <vt:lpstr>Efficacia delle quote</vt:lpstr>
      <vt:lpstr>Critiche alle quote</vt:lpstr>
      <vt:lpstr>Percezione pubblica</vt:lpstr>
      <vt:lpstr>Leadership oltre le quote</vt:lpstr>
      <vt:lpstr>Caso studio: Norvegia</vt:lpstr>
      <vt:lpstr>Sintesi quote e leadership</vt:lpstr>
      <vt:lpstr>Legislazioni internazionali</vt:lpstr>
      <vt:lpstr>Convenzione di Istanbul (2011)</vt:lpstr>
      <vt:lpstr>Normative nazionali</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Barbara Martini</dc:creator>
  <cp:keywords/>
  <dc:description>generated using python-pptx</dc:description>
  <cp:lastModifiedBy>barbara martini</cp:lastModifiedBy>
  <cp:revision>2</cp:revision>
  <dcterms:created xsi:type="dcterms:W3CDTF">2013-01-27T09:14:16Z</dcterms:created>
  <dcterms:modified xsi:type="dcterms:W3CDTF">2025-04-28T10:04:34Z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0x0101002C69F3F7625CF74085CAA0E2A49F4C2D</vt:lpwstr>
  </property>
</Properties>
</file>